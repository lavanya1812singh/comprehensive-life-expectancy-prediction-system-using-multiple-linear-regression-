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embeddedFontLst>
    <p:embeddedFont>
      <p:font typeface="Libre Franklin"/>
      <p:regular r:id="rId18"/>
      <p:bold r:id="rId19"/>
      <p:italic r:id="rId20"/>
      <p:boldItalic r:id="rId21"/>
    </p:embeddedFont>
    <p:embeddedFont>
      <p:font typeface="Roboto"/>
      <p:regular r:id="rId22"/>
      <p:bold r:id="rId23"/>
      <p:italic r:id="rId24"/>
      <p:boldItalic r:id="rId25"/>
    </p:embeddedFont>
    <p:embeddedFont>
      <p:font typeface="Candara"/>
      <p:regular r:id="rId26"/>
      <p:bold r:id="rId27"/>
      <p:italic r:id="rId28"/>
      <p:boldItalic r:id="rId29"/>
    </p:embeddedFont>
    <p:embeddedFont>
      <p:font typeface="Spectral"/>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819582-747F-4B63-BA95-66D749B39EA8}">
  <a:tblStyle styleId="{E8819582-747F-4B63-BA95-66D749B39EA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Franklin-italic.fntdata"/><Relationship Id="rId22" Type="http://schemas.openxmlformats.org/officeDocument/2006/relationships/font" Target="fonts/Roboto-regular.fntdata"/><Relationship Id="rId21" Type="http://schemas.openxmlformats.org/officeDocument/2006/relationships/font" Target="fonts/LibreFranklin-boldItalic.fntdata"/><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Candara-regular.fntdata"/><Relationship Id="rId25" Type="http://schemas.openxmlformats.org/officeDocument/2006/relationships/font" Target="fonts/Roboto-boldItalic.fntdata"/><Relationship Id="rId28" Type="http://schemas.openxmlformats.org/officeDocument/2006/relationships/font" Target="fonts/Candara-italic.fntdata"/><Relationship Id="rId27" Type="http://schemas.openxmlformats.org/officeDocument/2006/relationships/font" Target="fonts/Candara-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Candara-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pectral-bold.fntdata"/><Relationship Id="rId30" Type="http://schemas.openxmlformats.org/officeDocument/2006/relationships/font" Target="fonts/Spectral-regular.fntdata"/><Relationship Id="rId11" Type="http://schemas.openxmlformats.org/officeDocument/2006/relationships/slide" Target="slides/slide4.xml"/><Relationship Id="rId33" Type="http://schemas.openxmlformats.org/officeDocument/2006/relationships/font" Target="fonts/Spectral-boldItalic.fntdata"/><Relationship Id="rId10" Type="http://schemas.openxmlformats.org/officeDocument/2006/relationships/slide" Target="slides/slide3.xml"/><Relationship Id="rId32" Type="http://schemas.openxmlformats.org/officeDocument/2006/relationships/font" Target="fonts/Spectral-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LibreFranklin-bold.fntdata"/><Relationship Id="rId18" Type="http://schemas.openxmlformats.org/officeDocument/2006/relationships/font" Target="fonts/LibreFrankli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13afbd2b6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2613afbd2b6_1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613afbd2b6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2613afbd2b6_1_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9a220b89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9a220b899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9ae828f70e_1_2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9ae828f70e_1_2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13afbd2b6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2613afbd2b6_1_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9ae828f70e_1_2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29ae828f70e_1_20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9a220b899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9a220b899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ae828f70e_1_2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29ae828f70e_1_20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ae828f70e_1_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ae828f70e_1_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a220b899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9a220b899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8" name="Shape 58"/>
        <p:cNvGrpSpPr/>
        <p:nvPr/>
      </p:nvGrpSpPr>
      <p:grpSpPr>
        <a:xfrm>
          <a:off x="0" y="0"/>
          <a:ext cx="0" cy="0"/>
          <a:chOff x="0" y="0"/>
          <a:chExt cx="0" cy="0"/>
        </a:xfrm>
      </p:grpSpPr>
      <p:sp>
        <p:nvSpPr>
          <p:cNvPr id="59" name="Google Shape;59;p14"/>
          <p:cNvSpPr/>
          <p:nvPr/>
        </p:nvSpPr>
        <p:spPr>
          <a:xfrm>
            <a:off x="2381" y="4800600"/>
            <a:ext cx="9141619" cy="3429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4"/>
          <p:cNvSpPr txBox="1"/>
          <p:nvPr>
            <p:ph type="ctr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262626"/>
              </a:buClr>
              <a:buSzPts val="6000"/>
              <a:buFont typeface="Bookman Old Style"/>
              <a:buNone/>
              <a:defRPr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1" name="Google Shape;61;p14"/>
          <p:cNvSpPr txBox="1"/>
          <p:nvPr>
            <p:ph idx="1" type="subTitle"/>
          </p:nvPr>
        </p:nvSpPr>
        <p:spPr>
          <a:xfrm>
            <a:off x="825038" y="3483864"/>
            <a:ext cx="7543800" cy="857250"/>
          </a:xfrm>
          <a:prstGeom prst="rect">
            <a:avLst/>
          </a:prstGeom>
          <a:noFill/>
          <a:ln>
            <a:noFill/>
          </a:ln>
        </p:spPr>
        <p:txBody>
          <a:bodyPr anchorCtr="0" anchor="t" bIns="34275" lIns="68575" spcFirstLastPara="1" rIns="68575" wrap="square" tIns="34275">
            <a:normAutofit/>
          </a:bodyPr>
          <a:lstStyle>
            <a:lvl1pPr lvl="0" algn="l">
              <a:lnSpc>
                <a:spcPct val="110000"/>
              </a:lnSpc>
              <a:spcBef>
                <a:spcPts val="900"/>
              </a:spcBef>
              <a:spcAft>
                <a:spcPts val="0"/>
              </a:spcAft>
              <a:buSzPts val="1800"/>
              <a:buNone/>
              <a:defRPr sz="1800" cap="none">
                <a:solidFill>
                  <a:schemeClr val="dk1"/>
                </a:solidFill>
                <a:latin typeface="Libre Franklin"/>
                <a:ea typeface="Libre Franklin"/>
                <a:cs typeface="Libre Franklin"/>
                <a:sym typeface="Libre Franklin"/>
              </a:defRPr>
            </a:lvl1pPr>
            <a:lvl2pPr lvl="1" algn="ctr">
              <a:lnSpc>
                <a:spcPct val="100000"/>
              </a:lnSpc>
              <a:spcBef>
                <a:spcPts val="200"/>
              </a:spcBef>
              <a:spcAft>
                <a:spcPts val="0"/>
              </a:spcAft>
              <a:buClr>
                <a:srgbClr val="3F3F3F"/>
              </a:buClr>
              <a:buSzPts val="1800"/>
              <a:buNone/>
              <a:defRPr sz="1800"/>
            </a:lvl2pPr>
            <a:lvl3pPr lvl="2" algn="ctr">
              <a:lnSpc>
                <a:spcPct val="100000"/>
              </a:lnSpc>
              <a:spcBef>
                <a:spcPts val="300"/>
              </a:spcBef>
              <a:spcAft>
                <a:spcPts val="0"/>
              </a:spcAft>
              <a:buClr>
                <a:srgbClr val="3F3F3F"/>
              </a:buClr>
              <a:buSzPts val="1800"/>
              <a:buNone/>
              <a:defRPr sz="1800"/>
            </a:lvl3pPr>
            <a:lvl4pPr lvl="3" algn="ctr">
              <a:lnSpc>
                <a:spcPct val="100000"/>
              </a:lnSpc>
              <a:spcBef>
                <a:spcPts val="300"/>
              </a:spcBef>
              <a:spcAft>
                <a:spcPts val="0"/>
              </a:spcAft>
              <a:buClr>
                <a:srgbClr val="3F3F3F"/>
              </a:buClr>
              <a:buSzPts val="1500"/>
              <a:buNone/>
              <a:defRPr sz="1500"/>
            </a:lvl4pPr>
            <a:lvl5pPr lvl="4" algn="ctr">
              <a:lnSpc>
                <a:spcPct val="100000"/>
              </a:lnSpc>
              <a:spcBef>
                <a:spcPts val="300"/>
              </a:spcBef>
              <a:spcAft>
                <a:spcPts val="0"/>
              </a:spcAft>
              <a:buClr>
                <a:srgbClr val="3F3F3F"/>
              </a:buClr>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cxnSp>
        <p:nvCxnSpPr>
          <p:cNvPr id="62" name="Google Shape;62;p14"/>
          <p:cNvCxnSpPr/>
          <p:nvPr/>
        </p:nvCxnSpPr>
        <p:spPr>
          <a:xfrm>
            <a:off x="905743" y="3356056"/>
            <a:ext cx="7406640" cy="0"/>
          </a:xfrm>
          <a:prstGeom prst="straightConnector1">
            <a:avLst/>
          </a:prstGeom>
          <a:noFill/>
          <a:ln cap="flat" cmpd="sng" w="12700">
            <a:solidFill>
              <a:srgbClr val="3F3F3F"/>
            </a:solidFill>
            <a:prstDash val="solid"/>
            <a:round/>
            <a:headEnd len="sm" w="sm" type="none"/>
            <a:tailEnd len="sm" w="sm" type="none"/>
          </a:ln>
        </p:spPr>
      </p:cxnSp>
      <p:sp>
        <p:nvSpPr>
          <p:cNvPr id="63" name="Google Shape;63;p14"/>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4"/>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4"/>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5"/>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5"/>
          <p:cNvSpPr txBox="1"/>
          <p:nvPr>
            <p:ph idx="1" type="body"/>
          </p:nvPr>
        </p:nvSpPr>
        <p:spPr>
          <a:xfrm>
            <a:off x="822960" y="1581151"/>
            <a:ext cx="7543800" cy="2820668"/>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69" name="Google Shape;69;p15"/>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5"/>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5"/>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72" name="Shape 72"/>
        <p:cNvGrpSpPr/>
        <p:nvPr/>
      </p:nvGrpSpPr>
      <p:grpSpPr>
        <a:xfrm>
          <a:off x="0" y="0"/>
          <a:ext cx="0" cy="0"/>
          <a:chOff x="0" y="0"/>
          <a:chExt cx="0" cy="0"/>
        </a:xfrm>
      </p:grpSpPr>
      <p:sp>
        <p:nvSpPr>
          <p:cNvPr id="73" name="Google Shape;73;p16"/>
          <p:cNvSpPr/>
          <p:nvPr/>
        </p:nvSpPr>
        <p:spPr>
          <a:xfrm>
            <a:off x="2381" y="4800600"/>
            <a:ext cx="9141619" cy="3429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txBox="1"/>
          <p:nvPr>
            <p:ph type="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262626"/>
              </a:buClr>
              <a:buSzPts val="6000"/>
              <a:buFont typeface="Bookman Old Style"/>
              <a:buNone/>
              <a:defRPr b="0"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6"/>
          <p:cNvSpPr txBox="1"/>
          <p:nvPr>
            <p:ph idx="1" type="body"/>
          </p:nvPr>
        </p:nvSpPr>
        <p:spPr>
          <a:xfrm>
            <a:off x="822960" y="3497580"/>
            <a:ext cx="7543800" cy="857250"/>
          </a:xfrm>
          <a:prstGeom prst="rect">
            <a:avLst/>
          </a:prstGeom>
          <a:noFill/>
          <a:ln>
            <a:noFill/>
          </a:ln>
        </p:spPr>
        <p:txBody>
          <a:bodyPr anchorCtr="0" anchor="t" bIns="34275" lIns="68575" spcFirstLastPara="1" rIns="68575" wrap="square" tIns="34275">
            <a:normAutofit/>
          </a:bodyPr>
          <a:lstStyle>
            <a:lvl1pPr indent="-228600" lvl="0" marL="457200" algn="l">
              <a:lnSpc>
                <a:spcPct val="110000"/>
              </a:lnSpc>
              <a:spcBef>
                <a:spcPts val="900"/>
              </a:spcBef>
              <a:spcAft>
                <a:spcPts val="0"/>
              </a:spcAft>
              <a:buSzPts val="1800"/>
              <a:buNone/>
              <a:defRPr sz="1800" cap="none">
                <a:solidFill>
                  <a:schemeClr val="dk1"/>
                </a:solidFill>
                <a:latin typeface="Libre Franklin"/>
                <a:ea typeface="Libre Franklin"/>
                <a:cs typeface="Libre Franklin"/>
                <a:sym typeface="Libre Franklin"/>
              </a:defRPr>
            </a:lvl1pPr>
            <a:lvl2pPr indent="-228600" lvl="1" marL="914400" algn="l">
              <a:lnSpc>
                <a:spcPct val="100000"/>
              </a:lnSpc>
              <a:spcBef>
                <a:spcPts val="200"/>
              </a:spcBef>
              <a:spcAft>
                <a:spcPts val="0"/>
              </a:spcAft>
              <a:buClr>
                <a:srgbClr val="888888"/>
              </a:buClr>
              <a:buSzPts val="1400"/>
              <a:buNone/>
              <a:defRPr sz="1400">
                <a:solidFill>
                  <a:srgbClr val="888888"/>
                </a:solidFill>
              </a:defRPr>
            </a:lvl2pPr>
            <a:lvl3pPr indent="-228600" lvl="2" marL="1371600" algn="l">
              <a:lnSpc>
                <a:spcPct val="100000"/>
              </a:lnSpc>
              <a:spcBef>
                <a:spcPts val="300"/>
              </a:spcBef>
              <a:spcAft>
                <a:spcPts val="0"/>
              </a:spcAft>
              <a:buClr>
                <a:srgbClr val="888888"/>
              </a:buClr>
              <a:buSzPts val="1200"/>
              <a:buNone/>
              <a:defRPr sz="1200">
                <a:solidFill>
                  <a:srgbClr val="888888"/>
                </a:solidFill>
              </a:defRPr>
            </a:lvl3pPr>
            <a:lvl4pPr indent="-228600" lvl="3" marL="1828800" algn="l">
              <a:lnSpc>
                <a:spcPct val="100000"/>
              </a:lnSpc>
              <a:spcBef>
                <a:spcPts val="300"/>
              </a:spcBef>
              <a:spcAft>
                <a:spcPts val="0"/>
              </a:spcAft>
              <a:buClr>
                <a:srgbClr val="888888"/>
              </a:buClr>
              <a:buSzPts val="1100"/>
              <a:buNone/>
              <a:defRPr sz="1100">
                <a:solidFill>
                  <a:srgbClr val="888888"/>
                </a:solidFill>
              </a:defRPr>
            </a:lvl4pPr>
            <a:lvl5pPr indent="-228600" lvl="4" marL="2286000" algn="l">
              <a:lnSpc>
                <a:spcPct val="100000"/>
              </a:lnSpc>
              <a:spcBef>
                <a:spcPts val="300"/>
              </a:spcBef>
              <a:spcAft>
                <a:spcPts val="0"/>
              </a:spcAft>
              <a:buClr>
                <a:srgbClr val="888888"/>
              </a:buClr>
              <a:buSzPts val="1100"/>
              <a:buNone/>
              <a:defRPr sz="1100">
                <a:solidFill>
                  <a:srgbClr val="888888"/>
                </a:solidFill>
              </a:defRPr>
            </a:lvl5pPr>
            <a:lvl6pPr indent="-228600" lvl="5" marL="2743200" algn="l">
              <a:lnSpc>
                <a:spcPct val="90000"/>
              </a:lnSpc>
              <a:spcBef>
                <a:spcPts val="300"/>
              </a:spcBef>
              <a:spcAft>
                <a:spcPts val="0"/>
              </a:spcAft>
              <a:buSzPts val="1100"/>
              <a:buNone/>
              <a:defRPr sz="1100">
                <a:solidFill>
                  <a:srgbClr val="888888"/>
                </a:solidFill>
              </a:defRPr>
            </a:lvl6pPr>
            <a:lvl7pPr indent="-228600" lvl="6" marL="3200400" algn="l">
              <a:lnSpc>
                <a:spcPct val="90000"/>
              </a:lnSpc>
              <a:spcBef>
                <a:spcPts val="300"/>
              </a:spcBef>
              <a:spcAft>
                <a:spcPts val="0"/>
              </a:spcAft>
              <a:buSzPts val="1100"/>
              <a:buNone/>
              <a:defRPr sz="1100">
                <a:solidFill>
                  <a:srgbClr val="888888"/>
                </a:solidFill>
              </a:defRPr>
            </a:lvl7pPr>
            <a:lvl8pPr indent="-228600" lvl="7" marL="3657600" algn="l">
              <a:lnSpc>
                <a:spcPct val="90000"/>
              </a:lnSpc>
              <a:spcBef>
                <a:spcPts val="300"/>
              </a:spcBef>
              <a:spcAft>
                <a:spcPts val="0"/>
              </a:spcAft>
              <a:buSzPts val="1100"/>
              <a:buNone/>
              <a:defRPr sz="1100">
                <a:solidFill>
                  <a:srgbClr val="888888"/>
                </a:solidFill>
              </a:defRPr>
            </a:lvl8pPr>
            <a:lvl9pPr indent="-228600" lvl="8" marL="4114800" algn="l">
              <a:lnSpc>
                <a:spcPct val="90000"/>
              </a:lnSpc>
              <a:spcBef>
                <a:spcPts val="300"/>
              </a:spcBef>
              <a:spcAft>
                <a:spcPts val="300"/>
              </a:spcAft>
              <a:buSzPts val="1100"/>
              <a:buNone/>
              <a:defRPr sz="1100">
                <a:solidFill>
                  <a:srgbClr val="888888"/>
                </a:solidFill>
              </a:defRPr>
            </a:lvl9pPr>
          </a:lstStyle>
          <a:p/>
        </p:txBody>
      </p:sp>
      <p:cxnSp>
        <p:nvCxnSpPr>
          <p:cNvPr id="76" name="Google Shape;76;p16"/>
          <p:cNvCxnSpPr/>
          <p:nvPr/>
        </p:nvCxnSpPr>
        <p:spPr>
          <a:xfrm>
            <a:off x="905743" y="3363849"/>
            <a:ext cx="7406640" cy="0"/>
          </a:xfrm>
          <a:prstGeom prst="straightConnector1">
            <a:avLst/>
          </a:prstGeom>
          <a:noFill/>
          <a:ln cap="flat" cmpd="sng" w="12700">
            <a:solidFill>
              <a:srgbClr val="3F3F3F"/>
            </a:solidFill>
            <a:prstDash val="solid"/>
            <a:round/>
            <a:headEnd len="sm" w="sm" type="none"/>
            <a:tailEnd len="sm" w="sm" type="none"/>
          </a:ln>
        </p:spPr>
      </p:cxnSp>
      <p:sp>
        <p:nvSpPr>
          <p:cNvPr id="77" name="Google Shape;77;p16"/>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6"/>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6"/>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7"/>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7"/>
          <p:cNvSpPr txBox="1"/>
          <p:nvPr>
            <p:ph idx="1" type="body"/>
          </p:nvPr>
        </p:nvSpPr>
        <p:spPr>
          <a:xfrm>
            <a:off x="822960" y="1590675"/>
            <a:ext cx="3479802" cy="2811145"/>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3" name="Google Shape;83;p17"/>
          <p:cNvSpPr txBox="1"/>
          <p:nvPr>
            <p:ph idx="2" type="body"/>
          </p:nvPr>
        </p:nvSpPr>
        <p:spPr>
          <a:xfrm>
            <a:off x="4886958" y="1590675"/>
            <a:ext cx="3479802" cy="2811146"/>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4" name="Google Shape;84;p17"/>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7"/>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7"/>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18"/>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18"/>
          <p:cNvSpPr txBox="1"/>
          <p:nvPr>
            <p:ph idx="1" type="body"/>
          </p:nvPr>
        </p:nvSpPr>
        <p:spPr>
          <a:xfrm>
            <a:off x="822960" y="1543050"/>
            <a:ext cx="3479802" cy="552211"/>
          </a:xfrm>
          <a:prstGeom prst="rect">
            <a:avLst/>
          </a:prstGeom>
          <a:noFill/>
          <a:ln>
            <a:noFill/>
          </a:ln>
        </p:spPr>
        <p:txBody>
          <a:bodyPr anchorCtr="0" anchor="ctr" bIns="34275" lIns="68575" spcFirstLastPara="1" rIns="68575" wrap="square" tIns="34275">
            <a:normAutofit/>
          </a:bodyPr>
          <a:lstStyle>
            <a:lvl1pPr indent="-228600" lvl="0" marL="457200" algn="l">
              <a:lnSpc>
                <a:spcPct val="110000"/>
              </a:lnSpc>
              <a:spcBef>
                <a:spcPts val="900"/>
              </a:spcBef>
              <a:spcAft>
                <a:spcPts val="0"/>
              </a:spcAft>
              <a:buSzPts val="1500"/>
              <a:buNone/>
              <a:defRPr b="0" sz="1500" cap="none">
                <a:solidFill>
                  <a:schemeClr val="dk1"/>
                </a:solidFill>
              </a:defRPr>
            </a:lvl1pPr>
            <a:lvl2pPr indent="-228600" lvl="1" marL="914400" algn="l">
              <a:lnSpc>
                <a:spcPct val="100000"/>
              </a:lnSpc>
              <a:spcBef>
                <a:spcPts val="200"/>
              </a:spcBef>
              <a:spcAft>
                <a:spcPts val="0"/>
              </a:spcAft>
              <a:buClr>
                <a:srgbClr val="3F3F3F"/>
              </a:buClr>
              <a:buSzPts val="1500"/>
              <a:buNone/>
              <a:defRPr b="1" sz="1500"/>
            </a:lvl2pPr>
            <a:lvl3pPr indent="-228600" lvl="2" marL="1371600" algn="l">
              <a:lnSpc>
                <a:spcPct val="100000"/>
              </a:lnSpc>
              <a:spcBef>
                <a:spcPts val="300"/>
              </a:spcBef>
              <a:spcAft>
                <a:spcPts val="0"/>
              </a:spcAft>
              <a:buClr>
                <a:srgbClr val="3F3F3F"/>
              </a:buClr>
              <a:buSzPts val="1400"/>
              <a:buNone/>
              <a:defRPr b="1" sz="1400"/>
            </a:lvl3pPr>
            <a:lvl4pPr indent="-228600" lvl="3" marL="1828800" algn="l">
              <a:lnSpc>
                <a:spcPct val="100000"/>
              </a:lnSpc>
              <a:spcBef>
                <a:spcPts val="300"/>
              </a:spcBef>
              <a:spcAft>
                <a:spcPts val="0"/>
              </a:spcAft>
              <a:buClr>
                <a:srgbClr val="3F3F3F"/>
              </a:buClr>
              <a:buSzPts val="1200"/>
              <a:buNone/>
              <a:defRPr b="1" sz="1200"/>
            </a:lvl4pPr>
            <a:lvl5pPr indent="-228600" lvl="4" marL="2286000" algn="l">
              <a:lnSpc>
                <a:spcPct val="100000"/>
              </a:lnSpc>
              <a:spcBef>
                <a:spcPts val="300"/>
              </a:spcBef>
              <a:spcAft>
                <a:spcPts val="0"/>
              </a:spcAft>
              <a:buClr>
                <a:srgbClr val="3F3F3F"/>
              </a:buClr>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90" name="Google Shape;90;p18"/>
          <p:cNvSpPr txBox="1"/>
          <p:nvPr>
            <p:ph idx="2" type="body"/>
          </p:nvPr>
        </p:nvSpPr>
        <p:spPr>
          <a:xfrm>
            <a:off x="822960" y="2218706"/>
            <a:ext cx="3479802" cy="2183116"/>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1" name="Google Shape;91;p18"/>
          <p:cNvSpPr txBox="1"/>
          <p:nvPr>
            <p:ph idx="3" type="body"/>
          </p:nvPr>
        </p:nvSpPr>
        <p:spPr>
          <a:xfrm>
            <a:off x="4886958" y="1543050"/>
            <a:ext cx="3479802" cy="552211"/>
          </a:xfrm>
          <a:prstGeom prst="rect">
            <a:avLst/>
          </a:prstGeom>
          <a:noFill/>
          <a:ln>
            <a:noFill/>
          </a:ln>
        </p:spPr>
        <p:txBody>
          <a:bodyPr anchorCtr="0" anchor="ctr" bIns="34275" lIns="68575" spcFirstLastPara="1" rIns="68575" wrap="square" tIns="34275">
            <a:normAutofit/>
          </a:bodyPr>
          <a:lstStyle>
            <a:lvl1pPr indent="-228600" lvl="0" marL="457200" algn="l">
              <a:lnSpc>
                <a:spcPct val="110000"/>
              </a:lnSpc>
              <a:spcBef>
                <a:spcPts val="900"/>
              </a:spcBef>
              <a:spcAft>
                <a:spcPts val="0"/>
              </a:spcAft>
              <a:buSzPts val="1500"/>
              <a:buNone/>
              <a:defRPr b="0" sz="1500" cap="none">
                <a:solidFill>
                  <a:schemeClr val="dk1"/>
                </a:solidFill>
              </a:defRPr>
            </a:lvl1pPr>
            <a:lvl2pPr indent="-228600" lvl="1" marL="914400" algn="l">
              <a:lnSpc>
                <a:spcPct val="100000"/>
              </a:lnSpc>
              <a:spcBef>
                <a:spcPts val="200"/>
              </a:spcBef>
              <a:spcAft>
                <a:spcPts val="0"/>
              </a:spcAft>
              <a:buClr>
                <a:srgbClr val="3F3F3F"/>
              </a:buClr>
              <a:buSzPts val="1500"/>
              <a:buNone/>
              <a:defRPr b="1" sz="1500"/>
            </a:lvl2pPr>
            <a:lvl3pPr indent="-228600" lvl="2" marL="1371600" algn="l">
              <a:lnSpc>
                <a:spcPct val="100000"/>
              </a:lnSpc>
              <a:spcBef>
                <a:spcPts val="300"/>
              </a:spcBef>
              <a:spcAft>
                <a:spcPts val="0"/>
              </a:spcAft>
              <a:buClr>
                <a:srgbClr val="3F3F3F"/>
              </a:buClr>
              <a:buSzPts val="1400"/>
              <a:buNone/>
              <a:defRPr b="1" sz="1400"/>
            </a:lvl3pPr>
            <a:lvl4pPr indent="-228600" lvl="3" marL="1828800" algn="l">
              <a:lnSpc>
                <a:spcPct val="100000"/>
              </a:lnSpc>
              <a:spcBef>
                <a:spcPts val="300"/>
              </a:spcBef>
              <a:spcAft>
                <a:spcPts val="0"/>
              </a:spcAft>
              <a:buClr>
                <a:srgbClr val="3F3F3F"/>
              </a:buClr>
              <a:buSzPts val="1200"/>
              <a:buNone/>
              <a:defRPr b="1" sz="1200"/>
            </a:lvl4pPr>
            <a:lvl5pPr indent="-228600" lvl="4" marL="2286000" algn="l">
              <a:lnSpc>
                <a:spcPct val="100000"/>
              </a:lnSpc>
              <a:spcBef>
                <a:spcPts val="300"/>
              </a:spcBef>
              <a:spcAft>
                <a:spcPts val="0"/>
              </a:spcAft>
              <a:buClr>
                <a:srgbClr val="3F3F3F"/>
              </a:buClr>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92" name="Google Shape;92;p18"/>
          <p:cNvSpPr txBox="1"/>
          <p:nvPr>
            <p:ph idx="4" type="body"/>
          </p:nvPr>
        </p:nvSpPr>
        <p:spPr>
          <a:xfrm>
            <a:off x="4886958" y="2218705"/>
            <a:ext cx="3479802" cy="2183116"/>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3" name="Google Shape;93;p18"/>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8"/>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8"/>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19"/>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9"/>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19"/>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19"/>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01" name="Shape 101"/>
        <p:cNvGrpSpPr/>
        <p:nvPr/>
      </p:nvGrpSpPr>
      <p:grpSpPr>
        <a:xfrm>
          <a:off x="0" y="0"/>
          <a:ext cx="0" cy="0"/>
          <a:chOff x="0" y="0"/>
          <a:chExt cx="0" cy="0"/>
        </a:xfrm>
      </p:grpSpPr>
      <p:sp>
        <p:nvSpPr>
          <p:cNvPr id="102" name="Google Shape;102;p20"/>
          <p:cNvSpPr/>
          <p:nvPr/>
        </p:nvSpPr>
        <p:spPr>
          <a:xfrm>
            <a:off x="2381" y="4800600"/>
            <a:ext cx="9141619" cy="3429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20"/>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0"/>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0"/>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6" name="Shape 106"/>
        <p:cNvGrpSpPr/>
        <p:nvPr/>
      </p:nvGrpSpPr>
      <p:grpSpPr>
        <a:xfrm>
          <a:off x="0" y="0"/>
          <a:ext cx="0" cy="0"/>
          <a:chOff x="0" y="0"/>
          <a:chExt cx="0" cy="0"/>
        </a:xfrm>
      </p:grpSpPr>
      <p:sp>
        <p:nvSpPr>
          <p:cNvPr id="107" name="Google Shape;107;p21"/>
          <p:cNvSpPr/>
          <p:nvPr/>
        </p:nvSpPr>
        <p:spPr>
          <a:xfrm>
            <a:off x="12" y="0"/>
            <a:ext cx="3490722" cy="51435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21"/>
          <p:cNvSpPr txBox="1"/>
          <p:nvPr>
            <p:ph type="title"/>
          </p:nvPr>
        </p:nvSpPr>
        <p:spPr>
          <a:xfrm>
            <a:off x="482600" y="589787"/>
            <a:ext cx="2638175" cy="1570481"/>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FFFFFF"/>
              </a:buClr>
              <a:buSzPts val="2700"/>
              <a:buFont typeface="Bookman Old Style"/>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1"/>
          <p:cNvSpPr txBox="1"/>
          <p:nvPr>
            <p:ph idx="1" type="body"/>
          </p:nvPr>
        </p:nvSpPr>
        <p:spPr>
          <a:xfrm>
            <a:off x="4094238" y="609599"/>
            <a:ext cx="4446258" cy="3971068"/>
          </a:xfrm>
          <a:prstGeom prst="rect">
            <a:avLst/>
          </a:prstGeom>
          <a:noFill/>
          <a:ln>
            <a:noFill/>
          </a:ln>
        </p:spPr>
        <p:txBody>
          <a:bodyPr anchorCtr="0" anchor="t" bIns="34275" lIns="0" spcFirstLastPara="1" rIns="0" wrap="square" tIns="34275">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10" name="Google Shape;110;p21"/>
          <p:cNvSpPr txBox="1"/>
          <p:nvPr>
            <p:ph idx="2" type="body"/>
          </p:nvPr>
        </p:nvSpPr>
        <p:spPr>
          <a:xfrm>
            <a:off x="482599" y="2282288"/>
            <a:ext cx="2638175" cy="2298379"/>
          </a:xfrm>
          <a:prstGeom prst="rect">
            <a:avLst/>
          </a:prstGeom>
          <a:noFill/>
          <a:ln>
            <a:noFill/>
          </a:ln>
        </p:spPr>
        <p:txBody>
          <a:bodyPr anchorCtr="0" anchor="t" bIns="34275" lIns="68575" spcFirstLastPara="1" rIns="68575" wrap="square" tIns="34275">
            <a:normAutofit/>
          </a:bodyPr>
          <a:lstStyle>
            <a:lvl1pPr indent="-228600" lvl="0" marL="457200" algn="l">
              <a:lnSpc>
                <a:spcPct val="110000"/>
              </a:lnSpc>
              <a:spcBef>
                <a:spcPts val="900"/>
              </a:spcBef>
              <a:spcAft>
                <a:spcPts val="0"/>
              </a:spcAft>
              <a:buSzPts val="1400"/>
              <a:buNone/>
              <a:defRPr sz="1400">
                <a:solidFill>
                  <a:srgbClr val="FFFFFF"/>
                </a:solidFill>
              </a:defRPr>
            </a:lvl1pPr>
            <a:lvl2pPr indent="-228600" lvl="1" marL="914400" algn="l">
              <a:lnSpc>
                <a:spcPct val="100000"/>
              </a:lnSpc>
              <a:spcBef>
                <a:spcPts val="200"/>
              </a:spcBef>
              <a:spcAft>
                <a:spcPts val="0"/>
              </a:spcAft>
              <a:buClr>
                <a:srgbClr val="3F3F3F"/>
              </a:buClr>
              <a:buSzPts val="900"/>
              <a:buNone/>
              <a:defRPr sz="900"/>
            </a:lvl2pPr>
            <a:lvl3pPr indent="-228600" lvl="2" marL="1371600" algn="l">
              <a:lnSpc>
                <a:spcPct val="100000"/>
              </a:lnSpc>
              <a:spcBef>
                <a:spcPts val="300"/>
              </a:spcBef>
              <a:spcAft>
                <a:spcPts val="0"/>
              </a:spcAft>
              <a:buClr>
                <a:srgbClr val="3F3F3F"/>
              </a:buClr>
              <a:buSzPts val="800"/>
              <a:buNone/>
              <a:defRPr sz="800"/>
            </a:lvl3pPr>
            <a:lvl4pPr indent="-228600" lvl="3" marL="1828800" algn="l">
              <a:lnSpc>
                <a:spcPct val="100000"/>
              </a:lnSpc>
              <a:spcBef>
                <a:spcPts val="300"/>
              </a:spcBef>
              <a:spcAft>
                <a:spcPts val="0"/>
              </a:spcAft>
              <a:buClr>
                <a:srgbClr val="3F3F3F"/>
              </a:buClr>
              <a:buSzPts val="700"/>
              <a:buNone/>
              <a:defRPr sz="700"/>
            </a:lvl4pPr>
            <a:lvl5pPr indent="-228600" lvl="4" marL="2286000" algn="l">
              <a:lnSpc>
                <a:spcPct val="100000"/>
              </a:lnSpc>
              <a:spcBef>
                <a:spcPts val="300"/>
              </a:spcBef>
              <a:spcAft>
                <a:spcPts val="0"/>
              </a:spcAft>
              <a:buClr>
                <a:srgbClr val="3F3F3F"/>
              </a:buClr>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11" name="Google Shape;111;p21"/>
          <p:cNvSpPr txBox="1"/>
          <p:nvPr>
            <p:ph idx="10" type="dt"/>
          </p:nvPr>
        </p:nvSpPr>
        <p:spPr>
          <a:xfrm>
            <a:off x="482598" y="4834890"/>
            <a:ext cx="2638176"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1"/>
          <p:cNvSpPr txBox="1"/>
          <p:nvPr>
            <p:ph idx="11" type="ftr"/>
          </p:nvPr>
        </p:nvSpPr>
        <p:spPr>
          <a:xfrm>
            <a:off x="4094237" y="4834890"/>
            <a:ext cx="4000514"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1"/>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b="0" i="0" sz="600" u="none" cap="none" strike="noStrike">
                <a:solidFill>
                  <a:schemeClr val="dk2"/>
                </a:solidFill>
                <a:latin typeface="Libre Franklin"/>
                <a:ea typeface="Libre Franklin"/>
                <a:cs typeface="Libre Franklin"/>
                <a:sym typeface="Libre Franklin"/>
              </a:defRPr>
            </a:lvl1pPr>
            <a:lvl2pPr indent="0" lvl="1" marL="0" algn="l">
              <a:spcBef>
                <a:spcPts val="0"/>
              </a:spcBef>
              <a:buNone/>
              <a:defRPr b="0" i="0" sz="600" u="none" cap="none" strike="noStrike">
                <a:solidFill>
                  <a:schemeClr val="dk2"/>
                </a:solidFill>
                <a:latin typeface="Libre Franklin"/>
                <a:ea typeface="Libre Franklin"/>
                <a:cs typeface="Libre Franklin"/>
                <a:sym typeface="Libre Franklin"/>
              </a:defRPr>
            </a:lvl2pPr>
            <a:lvl3pPr indent="0" lvl="2" marL="0" algn="l">
              <a:spcBef>
                <a:spcPts val="0"/>
              </a:spcBef>
              <a:buNone/>
              <a:defRPr b="0" i="0" sz="600" u="none" cap="none" strike="noStrike">
                <a:solidFill>
                  <a:schemeClr val="dk2"/>
                </a:solidFill>
                <a:latin typeface="Libre Franklin"/>
                <a:ea typeface="Libre Franklin"/>
                <a:cs typeface="Libre Franklin"/>
                <a:sym typeface="Libre Franklin"/>
              </a:defRPr>
            </a:lvl3pPr>
            <a:lvl4pPr indent="0" lvl="3" marL="0" algn="l">
              <a:spcBef>
                <a:spcPts val="0"/>
              </a:spcBef>
              <a:buNone/>
              <a:defRPr b="0" i="0" sz="600" u="none" cap="none" strike="noStrike">
                <a:solidFill>
                  <a:schemeClr val="dk2"/>
                </a:solidFill>
                <a:latin typeface="Libre Franklin"/>
                <a:ea typeface="Libre Franklin"/>
                <a:cs typeface="Libre Franklin"/>
                <a:sym typeface="Libre Franklin"/>
              </a:defRPr>
            </a:lvl4pPr>
            <a:lvl5pPr indent="0" lvl="4" marL="0" algn="l">
              <a:spcBef>
                <a:spcPts val="0"/>
              </a:spcBef>
              <a:buNone/>
              <a:defRPr b="0" i="0" sz="600" u="none" cap="none" strike="noStrike">
                <a:solidFill>
                  <a:schemeClr val="dk2"/>
                </a:solidFill>
                <a:latin typeface="Libre Franklin"/>
                <a:ea typeface="Libre Franklin"/>
                <a:cs typeface="Libre Franklin"/>
                <a:sym typeface="Libre Franklin"/>
              </a:defRPr>
            </a:lvl5pPr>
            <a:lvl6pPr indent="0" lvl="5" marL="0" algn="l">
              <a:spcBef>
                <a:spcPts val="0"/>
              </a:spcBef>
              <a:buNone/>
              <a:defRPr b="0" i="0" sz="600" u="none" cap="none" strike="noStrike">
                <a:solidFill>
                  <a:schemeClr val="dk2"/>
                </a:solidFill>
                <a:latin typeface="Libre Franklin"/>
                <a:ea typeface="Libre Franklin"/>
                <a:cs typeface="Libre Franklin"/>
                <a:sym typeface="Libre Franklin"/>
              </a:defRPr>
            </a:lvl6pPr>
            <a:lvl7pPr indent="0" lvl="6" marL="0" algn="l">
              <a:spcBef>
                <a:spcPts val="0"/>
              </a:spcBef>
              <a:buNone/>
              <a:defRPr b="0" i="0" sz="600" u="none" cap="none" strike="noStrike">
                <a:solidFill>
                  <a:schemeClr val="dk2"/>
                </a:solidFill>
                <a:latin typeface="Libre Franklin"/>
                <a:ea typeface="Libre Franklin"/>
                <a:cs typeface="Libre Franklin"/>
                <a:sym typeface="Libre Franklin"/>
              </a:defRPr>
            </a:lvl7pPr>
            <a:lvl8pPr indent="0" lvl="7" marL="0" algn="l">
              <a:spcBef>
                <a:spcPts val="0"/>
              </a:spcBef>
              <a:buNone/>
              <a:defRPr b="0" i="0" sz="600" u="none" cap="none" strike="noStrike">
                <a:solidFill>
                  <a:schemeClr val="dk2"/>
                </a:solidFill>
                <a:latin typeface="Libre Franklin"/>
                <a:ea typeface="Libre Franklin"/>
                <a:cs typeface="Libre Franklin"/>
                <a:sym typeface="Libre Franklin"/>
              </a:defRPr>
            </a:lvl8pPr>
            <a:lvl9pPr indent="0" lvl="8" marL="0" algn="l">
              <a:spcBef>
                <a:spcPts val="0"/>
              </a:spcBef>
              <a:buNone/>
              <a:defRPr b="0" i="0" sz="600" u="none" cap="none" strike="noStrike">
                <a:solidFill>
                  <a:schemeClr val="dk2"/>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4" name="Shape 114"/>
        <p:cNvGrpSpPr/>
        <p:nvPr/>
      </p:nvGrpSpPr>
      <p:grpSpPr>
        <a:xfrm>
          <a:off x="0" y="0"/>
          <a:ext cx="0" cy="0"/>
          <a:chOff x="0" y="0"/>
          <a:chExt cx="0" cy="0"/>
        </a:xfrm>
      </p:grpSpPr>
      <p:sp>
        <p:nvSpPr>
          <p:cNvPr id="115" name="Google Shape;115;p22"/>
          <p:cNvSpPr/>
          <p:nvPr/>
        </p:nvSpPr>
        <p:spPr>
          <a:xfrm>
            <a:off x="0" y="3433763"/>
            <a:ext cx="9141619" cy="1709738"/>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22"/>
          <p:cNvSpPr/>
          <p:nvPr>
            <p:ph idx="2" type="pic"/>
          </p:nvPr>
        </p:nvSpPr>
        <p:spPr>
          <a:xfrm>
            <a:off x="11" y="0"/>
            <a:ext cx="9143989" cy="3433762"/>
          </a:xfrm>
          <a:prstGeom prst="rect">
            <a:avLst/>
          </a:prstGeom>
          <a:solidFill>
            <a:srgbClr val="D8D8D8"/>
          </a:solidFill>
          <a:ln>
            <a:noFill/>
          </a:ln>
        </p:spPr>
      </p:sp>
      <p:sp>
        <p:nvSpPr>
          <p:cNvPr id="117" name="Google Shape;117;p22"/>
          <p:cNvSpPr txBox="1"/>
          <p:nvPr>
            <p:ph type="title"/>
          </p:nvPr>
        </p:nvSpPr>
        <p:spPr>
          <a:xfrm>
            <a:off x="822959" y="3599522"/>
            <a:ext cx="7585234" cy="557761"/>
          </a:xfrm>
          <a:prstGeom prst="rect">
            <a:avLst/>
          </a:prstGeom>
          <a:noFill/>
          <a:ln>
            <a:noFill/>
          </a:ln>
        </p:spPr>
        <p:txBody>
          <a:bodyPr anchorCtr="0" anchor="b" bIns="0" lIns="68575" spcFirstLastPara="1" rIns="68575" wrap="square" tIns="0">
            <a:noAutofit/>
          </a:bodyPr>
          <a:lstStyle>
            <a:lvl1pPr lvl="0" algn="l">
              <a:lnSpc>
                <a:spcPct val="90000"/>
              </a:lnSpc>
              <a:spcBef>
                <a:spcPts val="0"/>
              </a:spcBef>
              <a:spcAft>
                <a:spcPts val="0"/>
              </a:spcAft>
              <a:buClr>
                <a:srgbClr val="FFFFFF"/>
              </a:buClr>
              <a:buSzPts val="2700"/>
              <a:buFont typeface="Bookman Old Style"/>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8" name="Google Shape;118;p22"/>
          <p:cNvSpPr txBox="1"/>
          <p:nvPr>
            <p:ph idx="1" type="body"/>
          </p:nvPr>
        </p:nvSpPr>
        <p:spPr>
          <a:xfrm>
            <a:off x="822959" y="4286250"/>
            <a:ext cx="7584948" cy="457200"/>
          </a:xfrm>
          <a:prstGeom prst="rect">
            <a:avLst/>
          </a:prstGeom>
          <a:noFill/>
          <a:ln>
            <a:noFill/>
          </a:ln>
        </p:spPr>
        <p:txBody>
          <a:bodyPr anchorCtr="0" anchor="t" bIns="0" lIns="68575" spcFirstLastPara="1" rIns="68575" wrap="square" tIns="0">
            <a:normAutofit/>
          </a:bodyPr>
          <a:lstStyle>
            <a:lvl1pPr indent="-228600" lvl="0" marL="457200" algn="l">
              <a:lnSpc>
                <a:spcPct val="110000"/>
              </a:lnSpc>
              <a:spcBef>
                <a:spcPts val="0"/>
              </a:spcBef>
              <a:spcAft>
                <a:spcPts val="0"/>
              </a:spcAft>
              <a:buSzPts val="1400"/>
              <a:buNone/>
              <a:defRPr sz="1400">
                <a:solidFill>
                  <a:srgbClr val="FFFFFF"/>
                </a:solidFill>
              </a:defRPr>
            </a:lvl1pPr>
            <a:lvl2pPr indent="-228600" lvl="1" marL="914400" algn="l">
              <a:lnSpc>
                <a:spcPct val="100000"/>
              </a:lnSpc>
              <a:spcBef>
                <a:spcPts val="500"/>
              </a:spcBef>
              <a:spcAft>
                <a:spcPts val="0"/>
              </a:spcAft>
              <a:buClr>
                <a:srgbClr val="3F3F3F"/>
              </a:buClr>
              <a:buSzPts val="900"/>
              <a:buNone/>
              <a:defRPr sz="900"/>
            </a:lvl2pPr>
            <a:lvl3pPr indent="-228600" lvl="2" marL="1371600" algn="l">
              <a:lnSpc>
                <a:spcPct val="100000"/>
              </a:lnSpc>
              <a:spcBef>
                <a:spcPts val="300"/>
              </a:spcBef>
              <a:spcAft>
                <a:spcPts val="0"/>
              </a:spcAft>
              <a:buClr>
                <a:srgbClr val="3F3F3F"/>
              </a:buClr>
              <a:buSzPts val="800"/>
              <a:buNone/>
              <a:defRPr sz="800"/>
            </a:lvl3pPr>
            <a:lvl4pPr indent="-228600" lvl="3" marL="1828800" algn="l">
              <a:lnSpc>
                <a:spcPct val="100000"/>
              </a:lnSpc>
              <a:spcBef>
                <a:spcPts val="300"/>
              </a:spcBef>
              <a:spcAft>
                <a:spcPts val="0"/>
              </a:spcAft>
              <a:buClr>
                <a:srgbClr val="3F3F3F"/>
              </a:buClr>
              <a:buSzPts val="700"/>
              <a:buNone/>
              <a:defRPr sz="700"/>
            </a:lvl4pPr>
            <a:lvl5pPr indent="-228600" lvl="4" marL="2286000" algn="l">
              <a:lnSpc>
                <a:spcPct val="100000"/>
              </a:lnSpc>
              <a:spcBef>
                <a:spcPts val="300"/>
              </a:spcBef>
              <a:spcAft>
                <a:spcPts val="0"/>
              </a:spcAft>
              <a:buClr>
                <a:srgbClr val="3F3F3F"/>
              </a:buClr>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19" name="Google Shape;119;p22"/>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2"/>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2"/>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2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3"/>
          <p:cNvSpPr txBox="1"/>
          <p:nvPr>
            <p:ph idx="1" type="body"/>
          </p:nvPr>
        </p:nvSpPr>
        <p:spPr>
          <a:xfrm rot="5400000">
            <a:off x="3184526" y="-780415"/>
            <a:ext cx="2820668" cy="7543800"/>
          </a:xfrm>
          <a:prstGeom prst="rect">
            <a:avLst/>
          </a:prstGeom>
          <a:noFill/>
          <a:ln>
            <a:noFill/>
          </a:ln>
        </p:spPr>
        <p:txBody>
          <a:bodyPr anchorCtr="0" anchor="t" bIns="0" lIns="34275" spcFirstLastPara="1" rIns="34275" wrap="square" tIns="0">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25" name="Google Shape;125;p23"/>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3"/>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3"/>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8" name="Shape 128"/>
        <p:cNvGrpSpPr/>
        <p:nvPr/>
      </p:nvGrpSpPr>
      <p:grpSpPr>
        <a:xfrm>
          <a:off x="0" y="0"/>
          <a:ext cx="0" cy="0"/>
          <a:chOff x="0" y="0"/>
          <a:chExt cx="0" cy="0"/>
        </a:xfrm>
      </p:grpSpPr>
      <p:sp>
        <p:nvSpPr>
          <p:cNvPr id="129" name="Google Shape;129;p24"/>
          <p:cNvSpPr/>
          <p:nvPr/>
        </p:nvSpPr>
        <p:spPr>
          <a:xfrm>
            <a:off x="2381" y="4800600"/>
            <a:ext cx="9141619" cy="3429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24"/>
          <p:cNvSpPr txBox="1"/>
          <p:nvPr>
            <p:ph type="title"/>
          </p:nvPr>
        </p:nvSpPr>
        <p:spPr>
          <a:xfrm rot="5400000">
            <a:off x="5369551" y="1483351"/>
            <a:ext cx="4319924" cy="197167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1" name="Google Shape;131;p24"/>
          <p:cNvSpPr txBox="1"/>
          <p:nvPr>
            <p:ph idx="1" type="body"/>
          </p:nvPr>
        </p:nvSpPr>
        <p:spPr>
          <a:xfrm rot="5400000">
            <a:off x="1369051" y="-431174"/>
            <a:ext cx="4319924" cy="5800725"/>
          </a:xfrm>
          <a:prstGeom prst="rect">
            <a:avLst/>
          </a:prstGeom>
          <a:noFill/>
          <a:ln>
            <a:noFill/>
          </a:ln>
        </p:spPr>
        <p:txBody>
          <a:bodyPr anchorCtr="0" anchor="t" bIns="0" lIns="34275" spcFirstLastPara="1" rIns="34275" wrap="square" tIns="0">
            <a:normAutofit/>
          </a:bodyPr>
          <a:lstStyle>
            <a:lvl1pPr indent="-317500" lvl="0" marL="457200" algn="l">
              <a:lnSpc>
                <a:spcPct val="110000"/>
              </a:lnSpc>
              <a:spcBef>
                <a:spcPts val="900"/>
              </a:spcBef>
              <a:spcAft>
                <a:spcPts val="0"/>
              </a:spcAft>
              <a:buSzPts val="1400"/>
              <a:buChar char=" "/>
              <a:defRPr/>
            </a:lvl1pPr>
            <a:lvl2pPr indent="-317500" lvl="1" marL="914400" algn="l">
              <a:lnSpc>
                <a:spcPct val="100000"/>
              </a:lnSpc>
              <a:spcBef>
                <a:spcPts val="200"/>
              </a:spcBef>
              <a:spcAft>
                <a:spcPts val="0"/>
              </a:spcAft>
              <a:buClr>
                <a:srgbClr val="3F3F3F"/>
              </a:buClr>
              <a:buSzPts val="1400"/>
              <a:buChar char="◦"/>
              <a:defRPr/>
            </a:lvl2pPr>
            <a:lvl3pPr indent="-317500" lvl="2" marL="1371600" algn="l">
              <a:lnSpc>
                <a:spcPct val="100000"/>
              </a:lnSpc>
              <a:spcBef>
                <a:spcPts val="300"/>
              </a:spcBef>
              <a:spcAft>
                <a:spcPts val="0"/>
              </a:spcAft>
              <a:buClr>
                <a:srgbClr val="3F3F3F"/>
              </a:buClr>
              <a:buSzPts val="1400"/>
              <a:buChar char="◦"/>
              <a:defRPr/>
            </a:lvl3pPr>
            <a:lvl4pPr indent="-317500" lvl="3" marL="1828800" algn="l">
              <a:lnSpc>
                <a:spcPct val="100000"/>
              </a:lnSpc>
              <a:spcBef>
                <a:spcPts val="300"/>
              </a:spcBef>
              <a:spcAft>
                <a:spcPts val="0"/>
              </a:spcAft>
              <a:buClr>
                <a:srgbClr val="3F3F3F"/>
              </a:buClr>
              <a:buSzPts val="1400"/>
              <a:buChar char="◦"/>
              <a:defRPr/>
            </a:lvl4pPr>
            <a:lvl5pPr indent="-317500" lvl="4" marL="2286000" algn="l">
              <a:lnSpc>
                <a:spcPct val="100000"/>
              </a:lnSpc>
              <a:spcBef>
                <a:spcPts val="300"/>
              </a:spcBef>
              <a:spcAft>
                <a:spcPts val="0"/>
              </a:spcAft>
              <a:buClr>
                <a:srgbClr val="3F3F3F"/>
              </a:buClr>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32" name="Google Shape;132;p24"/>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4"/>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4"/>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2381" y="4800600"/>
            <a:ext cx="9141619" cy="342900"/>
          </a:xfrm>
          <a:prstGeom prst="rect">
            <a:avLst/>
          </a:prstGeom>
          <a:solidFill>
            <a:srgbClr val="26262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 name="Google Shape;52;p1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3F3F3F"/>
              </a:buClr>
              <a:buSzPts val="3500"/>
              <a:buFont typeface="Bookman Old Style"/>
              <a:buNone/>
              <a:defRPr b="0" i="0" sz="3500" u="none" cap="none" strike="noStrike">
                <a:solidFill>
                  <a:srgbClr val="3F3F3F"/>
                </a:solidFill>
                <a:latin typeface="Bookman Old Style"/>
                <a:ea typeface="Bookman Old Style"/>
                <a:cs typeface="Bookman Old Style"/>
                <a:sym typeface="Bookman Old Style"/>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822960" y="1581151"/>
            <a:ext cx="7543800" cy="2820668"/>
          </a:xfrm>
          <a:prstGeom prst="rect">
            <a:avLst/>
          </a:prstGeom>
          <a:noFill/>
          <a:ln>
            <a:noFill/>
          </a:ln>
        </p:spPr>
        <p:txBody>
          <a:bodyPr anchorCtr="0" anchor="t" bIns="34275" lIns="0" spcFirstLastPara="1" rIns="0" wrap="square" tIns="34275">
            <a:normAutofit/>
          </a:bodyPr>
          <a:lstStyle>
            <a:lvl1pPr indent="-317500" lvl="0" marL="457200" marR="0" rtl="0" algn="l">
              <a:lnSpc>
                <a:spcPct val="110000"/>
              </a:lnSpc>
              <a:spcBef>
                <a:spcPts val="900"/>
              </a:spcBef>
              <a:spcAft>
                <a:spcPts val="0"/>
              </a:spcAft>
              <a:buClr>
                <a:schemeClr val="accent1"/>
              </a:buClr>
              <a:buSzPts val="1400"/>
              <a:buFont typeface="Calibri"/>
              <a:buChar char=" "/>
              <a:defRPr b="0" i="0" sz="1400" u="none" cap="none" strike="noStrike">
                <a:solidFill>
                  <a:srgbClr val="3F3F3F"/>
                </a:solidFill>
                <a:latin typeface="Libre Franklin"/>
                <a:ea typeface="Libre Franklin"/>
                <a:cs typeface="Libre Franklin"/>
                <a:sym typeface="Libre Franklin"/>
              </a:defRPr>
            </a:lvl1pPr>
            <a:lvl2pPr indent="-311150" lvl="1" marL="914400" marR="0" rtl="0" algn="l">
              <a:lnSpc>
                <a:spcPct val="100000"/>
              </a:lnSpc>
              <a:spcBef>
                <a:spcPts val="200"/>
              </a:spcBef>
              <a:spcAft>
                <a:spcPts val="0"/>
              </a:spcAft>
              <a:buClr>
                <a:srgbClr val="3F3F3F"/>
              </a:buClr>
              <a:buSzPts val="1300"/>
              <a:buFont typeface="Calibri"/>
              <a:buChar char="◦"/>
              <a:defRPr b="0" i="0" sz="1300" u="none" cap="none" strike="noStrike">
                <a:solidFill>
                  <a:srgbClr val="3F3F3F"/>
                </a:solidFill>
                <a:latin typeface="Libre Franklin"/>
                <a:ea typeface="Libre Franklin"/>
                <a:cs typeface="Libre Franklin"/>
                <a:sym typeface="Libre Franklin"/>
              </a:defRPr>
            </a:lvl2pPr>
            <a:lvl3pPr indent="-292100" lvl="2" marL="1371600" marR="0" rtl="0" algn="l">
              <a:lnSpc>
                <a:spcPct val="100000"/>
              </a:lnSpc>
              <a:spcBef>
                <a:spcPts val="300"/>
              </a:spcBef>
              <a:spcAft>
                <a:spcPts val="0"/>
              </a:spcAft>
              <a:buClr>
                <a:srgbClr val="3F3F3F"/>
              </a:buClr>
              <a:buSzPts val="1000"/>
              <a:buFont typeface="Calibri"/>
              <a:buChar char="◦"/>
              <a:defRPr b="0" i="0" sz="1000" u="none" cap="none" strike="noStrike">
                <a:solidFill>
                  <a:srgbClr val="3F3F3F"/>
                </a:solidFill>
                <a:latin typeface="Libre Franklin"/>
                <a:ea typeface="Libre Franklin"/>
                <a:cs typeface="Libre Franklin"/>
                <a:sym typeface="Libre Franklin"/>
              </a:defRPr>
            </a:lvl3pPr>
            <a:lvl4pPr indent="-292100" lvl="3" marL="1828800" marR="0" rtl="0" algn="l">
              <a:lnSpc>
                <a:spcPct val="100000"/>
              </a:lnSpc>
              <a:spcBef>
                <a:spcPts val="300"/>
              </a:spcBef>
              <a:spcAft>
                <a:spcPts val="0"/>
              </a:spcAft>
              <a:buClr>
                <a:srgbClr val="3F3F3F"/>
              </a:buClr>
              <a:buSzPts val="1000"/>
              <a:buFont typeface="Calibri"/>
              <a:buChar char="◦"/>
              <a:defRPr b="0" i="0" sz="1000" u="none" cap="none" strike="noStrike">
                <a:solidFill>
                  <a:srgbClr val="3F3F3F"/>
                </a:solidFill>
                <a:latin typeface="Libre Franklin"/>
                <a:ea typeface="Libre Franklin"/>
                <a:cs typeface="Libre Franklin"/>
                <a:sym typeface="Libre Franklin"/>
              </a:defRPr>
            </a:lvl4pPr>
            <a:lvl5pPr indent="-292100" lvl="4" marL="2286000" marR="0" rtl="0" algn="l">
              <a:lnSpc>
                <a:spcPct val="100000"/>
              </a:lnSpc>
              <a:spcBef>
                <a:spcPts val="300"/>
              </a:spcBef>
              <a:spcAft>
                <a:spcPts val="0"/>
              </a:spcAft>
              <a:buClr>
                <a:srgbClr val="3F3F3F"/>
              </a:buClr>
              <a:buSzPts val="1000"/>
              <a:buFont typeface="Calibri"/>
              <a:buChar char="◦"/>
              <a:defRPr b="0" i="0" sz="1000" u="none" cap="none" strike="noStrike">
                <a:solidFill>
                  <a:srgbClr val="3F3F3F"/>
                </a:solidFill>
                <a:latin typeface="Libre Franklin"/>
                <a:ea typeface="Libre Franklin"/>
                <a:cs typeface="Libre Franklin"/>
                <a:sym typeface="Libre Franklin"/>
              </a:defRPr>
            </a:lvl5pPr>
            <a:lvl6pPr indent="-298450" lvl="5" marL="27432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Libre Franklin"/>
                <a:ea typeface="Libre Franklin"/>
                <a:cs typeface="Libre Franklin"/>
                <a:sym typeface="Libre Franklin"/>
              </a:defRPr>
            </a:lvl6pPr>
            <a:lvl7pPr indent="-298450" lvl="6" marL="32004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Libre Franklin"/>
                <a:ea typeface="Libre Franklin"/>
                <a:cs typeface="Libre Franklin"/>
                <a:sym typeface="Libre Franklin"/>
              </a:defRPr>
            </a:lvl7pPr>
            <a:lvl8pPr indent="-298450" lvl="7" marL="3657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Libre Franklin"/>
                <a:ea typeface="Libre Franklin"/>
                <a:cs typeface="Libre Franklin"/>
                <a:sym typeface="Libre Franklin"/>
              </a:defRPr>
            </a:lvl8pPr>
            <a:lvl9pPr indent="-298450" lvl="8" marL="4114800" marR="0" rtl="0" algn="l">
              <a:lnSpc>
                <a:spcPct val="90000"/>
              </a:lnSpc>
              <a:spcBef>
                <a:spcPts val="300"/>
              </a:spcBef>
              <a:spcAft>
                <a:spcPts val="300"/>
              </a:spcAft>
              <a:buClr>
                <a:schemeClr val="accent1"/>
              </a:buClr>
              <a:buSzPts val="1100"/>
              <a:buFont typeface="Calibri"/>
              <a:buChar char="◦"/>
              <a:defRPr b="0" i="0" sz="1100" u="none" cap="none" strike="noStrike">
                <a:solidFill>
                  <a:srgbClr val="3F3F3F"/>
                </a:solidFill>
                <a:latin typeface="Libre Franklin"/>
                <a:ea typeface="Libre Franklin"/>
                <a:cs typeface="Libre Franklin"/>
                <a:sym typeface="Libre Franklin"/>
              </a:defRPr>
            </a:lvl9pPr>
          </a:lstStyle>
          <a:p/>
        </p:txBody>
      </p:sp>
      <p:sp>
        <p:nvSpPr>
          <p:cNvPr id="54" name="Google Shape;54;p13"/>
          <p:cNvSpPr txBox="1"/>
          <p:nvPr>
            <p:ph idx="10" type="dt"/>
          </p:nvPr>
        </p:nvSpPr>
        <p:spPr>
          <a:xfrm>
            <a:off x="6163819" y="4835129"/>
            <a:ext cx="1938638" cy="273844"/>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600" u="none" cap="none" strike="noStrike">
                <a:solidFill>
                  <a:srgbClr val="FFFFFF"/>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5" name="Google Shape;55;p13"/>
          <p:cNvSpPr txBox="1"/>
          <p:nvPr>
            <p:ph idx="11" type="ftr"/>
          </p:nvPr>
        </p:nvSpPr>
        <p:spPr>
          <a:xfrm>
            <a:off x="822959" y="4835129"/>
            <a:ext cx="5113697"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600" u="none" cap="none" strike="noStrike">
                <a:solidFill>
                  <a:srgbClr val="FFFFFF"/>
                </a:solidFill>
                <a:latin typeface="Libre Franklin"/>
                <a:ea typeface="Libre Franklin"/>
                <a:cs typeface="Libre Franklin"/>
                <a:sym typeface="Libre Franklin"/>
              </a:defRPr>
            </a:lvl1pPr>
            <a:lvl2pPr lvl="1"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100"/>
              <a:buNone/>
              <a:defRPr b="0" i="0" sz="1400" u="none" cap="none" strike="noStrike">
                <a:solidFill>
                  <a:schemeClr val="dk1"/>
                </a:solidFill>
                <a:latin typeface="Libre Franklin"/>
                <a:ea typeface="Libre Franklin"/>
                <a:cs typeface="Libre Franklin"/>
                <a:sym typeface="Libre Franklin"/>
              </a:defRPr>
            </a:lvl9pPr>
          </a:lstStyle>
          <a:p/>
        </p:txBody>
      </p:sp>
      <p:sp>
        <p:nvSpPr>
          <p:cNvPr id="56" name="Google Shape;56;p13"/>
          <p:cNvSpPr txBox="1"/>
          <p:nvPr>
            <p:ph idx="12" type="sldNum"/>
          </p:nvPr>
        </p:nvSpPr>
        <p:spPr>
          <a:xfrm>
            <a:off x="8245187" y="4835129"/>
            <a:ext cx="585007" cy="273844"/>
          </a:xfrm>
          <a:prstGeom prst="rect">
            <a:avLst/>
          </a:prstGeom>
          <a:noFill/>
          <a:ln>
            <a:noFill/>
          </a:ln>
        </p:spPr>
        <p:txBody>
          <a:bodyPr anchorCtr="0" anchor="ctr" bIns="34275" lIns="68575" spcFirstLastPara="1" rIns="68575" wrap="square" tIns="34275">
            <a:noAutofit/>
          </a:bodyPr>
          <a:lstStyle>
            <a:lvl1pPr indent="0" lvl="0" marL="0" marR="0" rtl="0" algn="l">
              <a:spcBef>
                <a:spcPts val="0"/>
              </a:spcBef>
              <a:buNone/>
              <a:defRPr b="0" i="0" sz="600" u="none" cap="none" strike="noStrike">
                <a:solidFill>
                  <a:srgbClr val="FFFFFF"/>
                </a:solidFill>
                <a:latin typeface="Libre Franklin"/>
                <a:ea typeface="Libre Franklin"/>
                <a:cs typeface="Libre Franklin"/>
                <a:sym typeface="Libre Franklin"/>
              </a:defRPr>
            </a:lvl1pPr>
            <a:lvl2pPr indent="0" lvl="1" marL="0" marR="0" rtl="0" algn="l">
              <a:spcBef>
                <a:spcPts val="0"/>
              </a:spcBef>
              <a:buNone/>
              <a:defRPr b="0" i="0" sz="600" u="none" cap="none" strike="noStrike">
                <a:solidFill>
                  <a:srgbClr val="FFFFFF"/>
                </a:solidFill>
                <a:latin typeface="Libre Franklin"/>
                <a:ea typeface="Libre Franklin"/>
                <a:cs typeface="Libre Franklin"/>
                <a:sym typeface="Libre Franklin"/>
              </a:defRPr>
            </a:lvl2pPr>
            <a:lvl3pPr indent="0" lvl="2" marL="0" marR="0" rtl="0" algn="l">
              <a:spcBef>
                <a:spcPts val="0"/>
              </a:spcBef>
              <a:buNone/>
              <a:defRPr b="0" i="0" sz="600" u="none" cap="none" strike="noStrike">
                <a:solidFill>
                  <a:srgbClr val="FFFFFF"/>
                </a:solidFill>
                <a:latin typeface="Libre Franklin"/>
                <a:ea typeface="Libre Franklin"/>
                <a:cs typeface="Libre Franklin"/>
                <a:sym typeface="Libre Franklin"/>
              </a:defRPr>
            </a:lvl3pPr>
            <a:lvl4pPr indent="0" lvl="3" marL="0" marR="0" rtl="0" algn="l">
              <a:spcBef>
                <a:spcPts val="0"/>
              </a:spcBef>
              <a:buNone/>
              <a:defRPr b="0" i="0" sz="600" u="none" cap="none" strike="noStrike">
                <a:solidFill>
                  <a:srgbClr val="FFFFFF"/>
                </a:solidFill>
                <a:latin typeface="Libre Franklin"/>
                <a:ea typeface="Libre Franklin"/>
                <a:cs typeface="Libre Franklin"/>
                <a:sym typeface="Libre Franklin"/>
              </a:defRPr>
            </a:lvl4pPr>
            <a:lvl5pPr indent="0" lvl="4" marL="0" marR="0" rtl="0" algn="l">
              <a:spcBef>
                <a:spcPts val="0"/>
              </a:spcBef>
              <a:buNone/>
              <a:defRPr b="0" i="0" sz="600" u="none" cap="none" strike="noStrike">
                <a:solidFill>
                  <a:srgbClr val="FFFFFF"/>
                </a:solidFill>
                <a:latin typeface="Libre Franklin"/>
                <a:ea typeface="Libre Franklin"/>
                <a:cs typeface="Libre Franklin"/>
                <a:sym typeface="Libre Franklin"/>
              </a:defRPr>
            </a:lvl5pPr>
            <a:lvl6pPr indent="0" lvl="5" marL="0" marR="0" rtl="0" algn="l">
              <a:spcBef>
                <a:spcPts val="0"/>
              </a:spcBef>
              <a:buNone/>
              <a:defRPr b="0" i="0" sz="600" u="none" cap="none" strike="noStrike">
                <a:solidFill>
                  <a:srgbClr val="FFFFFF"/>
                </a:solidFill>
                <a:latin typeface="Libre Franklin"/>
                <a:ea typeface="Libre Franklin"/>
                <a:cs typeface="Libre Franklin"/>
                <a:sym typeface="Libre Franklin"/>
              </a:defRPr>
            </a:lvl6pPr>
            <a:lvl7pPr indent="0" lvl="6" marL="0" marR="0" rtl="0" algn="l">
              <a:spcBef>
                <a:spcPts val="0"/>
              </a:spcBef>
              <a:buNone/>
              <a:defRPr b="0" i="0" sz="600" u="none" cap="none" strike="noStrike">
                <a:solidFill>
                  <a:srgbClr val="FFFFFF"/>
                </a:solidFill>
                <a:latin typeface="Libre Franklin"/>
                <a:ea typeface="Libre Franklin"/>
                <a:cs typeface="Libre Franklin"/>
                <a:sym typeface="Libre Franklin"/>
              </a:defRPr>
            </a:lvl7pPr>
            <a:lvl8pPr indent="0" lvl="7" marL="0" marR="0" rtl="0" algn="l">
              <a:spcBef>
                <a:spcPts val="0"/>
              </a:spcBef>
              <a:buNone/>
              <a:defRPr b="0" i="0" sz="600" u="none" cap="none" strike="noStrike">
                <a:solidFill>
                  <a:srgbClr val="FFFFFF"/>
                </a:solidFill>
                <a:latin typeface="Libre Franklin"/>
                <a:ea typeface="Libre Franklin"/>
                <a:cs typeface="Libre Franklin"/>
                <a:sym typeface="Libre Franklin"/>
              </a:defRPr>
            </a:lvl8pPr>
            <a:lvl9pPr indent="0" lvl="8" marL="0" marR="0" rtl="0" algn="l">
              <a:spcBef>
                <a:spcPts val="0"/>
              </a:spcBef>
              <a:buNone/>
              <a:defRPr b="0" i="0" sz="600" u="none" cap="none" strike="noStrike">
                <a:solidFill>
                  <a:srgbClr val="FFFFFF"/>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n-GB"/>
              <a:t>‹#›</a:t>
            </a:fld>
            <a:endParaRPr/>
          </a:p>
        </p:txBody>
      </p:sp>
      <p:cxnSp>
        <p:nvCxnSpPr>
          <p:cNvPr id="57" name="Google Shape;57;p13"/>
          <p:cNvCxnSpPr/>
          <p:nvPr/>
        </p:nvCxnSpPr>
        <p:spPr>
          <a:xfrm>
            <a:off x="895149" y="1423035"/>
            <a:ext cx="7475220" cy="0"/>
          </a:xfrm>
          <a:prstGeom prst="straightConnector1">
            <a:avLst/>
          </a:prstGeom>
          <a:noFill/>
          <a:ln cap="flat" cmpd="sng" w="12700">
            <a:solidFill>
              <a:srgbClr val="3F3F3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B1B59F"/>
            </a:gs>
            <a:gs pos="100000">
              <a:srgbClr val="6D6F62"/>
            </a:gs>
          </a:gsLst>
          <a:path path="circle">
            <a:fillToRect b="50%" l="50%" r="50%" t="50%"/>
          </a:path>
          <a:tileRect/>
        </a:gradFill>
      </p:bgPr>
    </p:bg>
    <p:spTree>
      <p:nvGrpSpPr>
        <p:cNvPr id="138" name="Shape 138"/>
        <p:cNvGrpSpPr/>
        <p:nvPr/>
      </p:nvGrpSpPr>
      <p:grpSpPr>
        <a:xfrm>
          <a:off x="0" y="0"/>
          <a:ext cx="0" cy="0"/>
          <a:chOff x="0" y="0"/>
          <a:chExt cx="0" cy="0"/>
        </a:xfrm>
      </p:grpSpPr>
      <p:sp>
        <p:nvSpPr>
          <p:cNvPr id="139" name="Google Shape;139;p25"/>
          <p:cNvSpPr/>
          <p:nvPr/>
        </p:nvSpPr>
        <p:spPr>
          <a:xfrm>
            <a:off x="0" y="1"/>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Libre Franklin"/>
              <a:ea typeface="Libre Franklin"/>
              <a:cs typeface="Libre Franklin"/>
              <a:sym typeface="Libre Franklin"/>
            </a:endParaRPr>
          </a:p>
        </p:txBody>
      </p:sp>
      <p:sp>
        <p:nvSpPr>
          <p:cNvPr id="140" name="Google Shape;140;p25"/>
          <p:cNvSpPr txBox="1"/>
          <p:nvPr>
            <p:ph type="ctrTitle"/>
          </p:nvPr>
        </p:nvSpPr>
        <p:spPr>
          <a:xfrm>
            <a:off x="3376700" y="1237525"/>
            <a:ext cx="5718300" cy="766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62626"/>
              </a:buClr>
              <a:buSzPts val="2100"/>
              <a:buFont typeface="Candara"/>
              <a:buNone/>
            </a:pPr>
            <a:r>
              <a:rPr b="1" lang="en-GB" sz="1700">
                <a:latin typeface="Candara"/>
                <a:ea typeface="Candara"/>
                <a:cs typeface="Candara"/>
                <a:sym typeface="Candara"/>
              </a:rPr>
              <a:t>Comprehensive Life Expectancy Prediction System </a:t>
            </a:r>
            <a:endParaRPr b="1" sz="1700">
              <a:latin typeface="Candara"/>
              <a:ea typeface="Candara"/>
              <a:cs typeface="Candara"/>
              <a:sym typeface="Candara"/>
            </a:endParaRPr>
          </a:p>
          <a:p>
            <a:pPr indent="0" lvl="0" marL="0" rtl="0" algn="ctr">
              <a:lnSpc>
                <a:spcPct val="90000"/>
              </a:lnSpc>
              <a:spcBef>
                <a:spcPts val="0"/>
              </a:spcBef>
              <a:spcAft>
                <a:spcPts val="0"/>
              </a:spcAft>
              <a:buClr>
                <a:srgbClr val="262626"/>
              </a:buClr>
              <a:buSzPts val="2100"/>
              <a:buFont typeface="Candara"/>
              <a:buNone/>
            </a:pPr>
            <a:r>
              <a:rPr b="1" lang="en-GB" sz="1700">
                <a:latin typeface="Candara"/>
                <a:ea typeface="Candara"/>
                <a:cs typeface="Candara"/>
                <a:sym typeface="Candara"/>
              </a:rPr>
              <a:t>using Multiple Linear Regression</a:t>
            </a:r>
            <a:endParaRPr sz="1700"/>
          </a:p>
        </p:txBody>
      </p:sp>
      <p:sp>
        <p:nvSpPr>
          <p:cNvPr id="141" name="Google Shape;141;p25"/>
          <p:cNvSpPr txBox="1"/>
          <p:nvPr>
            <p:ph idx="1" type="subTitle"/>
          </p:nvPr>
        </p:nvSpPr>
        <p:spPr>
          <a:xfrm>
            <a:off x="3492500" y="2525175"/>
            <a:ext cx="5602500" cy="1968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0"/>
              </a:spcBef>
              <a:spcAft>
                <a:spcPts val="0"/>
              </a:spcAft>
              <a:buSzPts val="1295"/>
              <a:buNone/>
            </a:pPr>
            <a:r>
              <a:rPr b="1" lang="en-GB" sz="1225">
                <a:latin typeface="Candara"/>
                <a:ea typeface="Candara"/>
                <a:cs typeface="Candara"/>
                <a:sym typeface="Candara"/>
              </a:rPr>
              <a:t>SEP 786 – ARTIFICIAL INTELLIGENCE AND MACHINE LEARNING FUNDAMENTALS </a:t>
            </a:r>
            <a:endParaRPr sz="1595">
              <a:solidFill>
                <a:srgbClr val="262626"/>
              </a:solidFill>
            </a:endParaRPr>
          </a:p>
        </p:txBody>
      </p:sp>
      <p:pic>
        <p:nvPicPr>
          <p:cNvPr descr="A picture containing building, sitting, bench, side&#10;&#10;Description automatically generated" id="142" name="Google Shape;142;p25"/>
          <p:cNvPicPr preferRelativeResize="0"/>
          <p:nvPr/>
        </p:nvPicPr>
        <p:blipFill rotWithShape="1">
          <a:blip r:embed="rId3">
            <a:alphaModFix/>
          </a:blip>
          <a:srcRect b="0" l="0" r="0" t="0"/>
          <a:stretch/>
        </p:blipFill>
        <p:spPr>
          <a:xfrm>
            <a:off x="-99800" y="1"/>
            <a:ext cx="3476488" cy="5143497"/>
          </a:xfrm>
          <a:prstGeom prst="rect">
            <a:avLst/>
          </a:prstGeom>
          <a:noFill/>
          <a:ln>
            <a:noFill/>
          </a:ln>
        </p:spPr>
      </p:pic>
      <p:cxnSp>
        <p:nvCxnSpPr>
          <p:cNvPr id="143" name="Google Shape;143;p25"/>
          <p:cNvCxnSpPr/>
          <p:nvPr/>
        </p:nvCxnSpPr>
        <p:spPr>
          <a:xfrm flipH="1" rot="10800000">
            <a:off x="3756650" y="2811900"/>
            <a:ext cx="5036700" cy="7500"/>
          </a:xfrm>
          <a:prstGeom prst="straightConnector1">
            <a:avLst/>
          </a:prstGeom>
          <a:noFill/>
          <a:ln cap="flat" cmpd="sng" w="12700">
            <a:solidFill>
              <a:srgbClr val="3F3F3F"/>
            </a:solidFill>
            <a:prstDash val="solid"/>
            <a:round/>
            <a:headEnd len="sm" w="sm" type="none"/>
            <a:tailEnd len="sm" w="sm" type="none"/>
          </a:ln>
        </p:spPr>
      </p:cxnSp>
      <p:pic>
        <p:nvPicPr>
          <p:cNvPr descr="Introductory Workshops for Controls Registration Form | W Booth School of  Engineering Practice and Technology" id="144" name="Google Shape;144;p25"/>
          <p:cNvPicPr preferRelativeResize="0"/>
          <p:nvPr/>
        </p:nvPicPr>
        <p:blipFill rotWithShape="1">
          <a:blip r:embed="rId4">
            <a:alphaModFix/>
          </a:blip>
          <a:srcRect b="0" l="0" r="0" t="0"/>
          <a:stretch/>
        </p:blipFill>
        <p:spPr>
          <a:xfrm>
            <a:off x="4338741" y="285639"/>
            <a:ext cx="4035464" cy="875680"/>
          </a:xfrm>
          <a:prstGeom prst="rect">
            <a:avLst/>
          </a:prstGeom>
          <a:noFill/>
          <a:ln>
            <a:noFill/>
          </a:ln>
        </p:spPr>
      </p:pic>
      <p:sp>
        <p:nvSpPr>
          <p:cNvPr id="145" name="Google Shape;145;p25"/>
          <p:cNvSpPr txBox="1"/>
          <p:nvPr/>
        </p:nvSpPr>
        <p:spPr>
          <a:xfrm>
            <a:off x="4163385" y="2035637"/>
            <a:ext cx="4625700" cy="2538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b="1" i="0" lang="en-GB" sz="1200" u="sng" cap="none" strike="noStrike">
                <a:solidFill>
                  <a:srgbClr val="000000"/>
                </a:solidFill>
                <a:latin typeface="Candara"/>
                <a:ea typeface="Candara"/>
                <a:cs typeface="Candara"/>
                <a:sym typeface="Candara"/>
              </a:rPr>
              <a:t>GROUP NUMBER</a:t>
            </a:r>
            <a:r>
              <a:rPr b="1" i="0" lang="en-GB" sz="1200" u="none" cap="none" strike="noStrike">
                <a:solidFill>
                  <a:srgbClr val="000000"/>
                </a:solidFill>
                <a:latin typeface="Candara"/>
                <a:ea typeface="Candara"/>
                <a:cs typeface="Candara"/>
                <a:sym typeface="Candara"/>
              </a:rPr>
              <a:t>: 6	</a:t>
            </a:r>
            <a:r>
              <a:rPr b="1" lang="en-GB" sz="1200">
                <a:latin typeface="Candara"/>
                <a:ea typeface="Candara"/>
                <a:cs typeface="Candara"/>
                <a:sym typeface="Candara"/>
              </a:rPr>
              <a:t>PROJECT PRESENTATION</a:t>
            </a:r>
            <a:endParaRPr b="0" i="0" sz="1200" u="none" cap="none" strike="noStrike">
              <a:solidFill>
                <a:schemeClr val="dk1"/>
              </a:solidFill>
              <a:latin typeface="Times New Roman"/>
              <a:ea typeface="Times New Roman"/>
              <a:cs typeface="Times New Roman"/>
              <a:sym typeface="Times New Roman"/>
            </a:endParaRPr>
          </a:p>
        </p:txBody>
      </p:sp>
      <p:pic>
        <p:nvPicPr>
          <p:cNvPr id="146" name="Google Shape;146;p25"/>
          <p:cNvPicPr preferRelativeResize="0"/>
          <p:nvPr/>
        </p:nvPicPr>
        <p:blipFill>
          <a:blip r:embed="rId5">
            <a:alphaModFix/>
          </a:blip>
          <a:stretch>
            <a:fillRect/>
          </a:stretch>
        </p:blipFill>
        <p:spPr>
          <a:xfrm>
            <a:off x="3645738" y="3243425"/>
            <a:ext cx="5296024" cy="1072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822960" y="239077"/>
            <a:ext cx="7543800" cy="1088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24292B"/>
              </a:buClr>
              <a:buSzPts val="3600"/>
              <a:buFont typeface="Bookman Old Style"/>
              <a:buNone/>
            </a:pPr>
            <a:r>
              <a:rPr b="1" i="1" lang="en-GB" sz="3600">
                <a:solidFill>
                  <a:srgbClr val="24292B"/>
                </a:solidFill>
              </a:rPr>
              <a:t>DATA SOURCE</a:t>
            </a:r>
            <a:endParaRPr b="1"/>
          </a:p>
        </p:txBody>
      </p:sp>
      <p:sp>
        <p:nvSpPr>
          <p:cNvPr id="152" name="Google Shape;152;p26"/>
          <p:cNvSpPr txBox="1"/>
          <p:nvPr>
            <p:ph idx="1" type="body"/>
          </p:nvPr>
        </p:nvSpPr>
        <p:spPr>
          <a:xfrm>
            <a:off x="822960" y="1581151"/>
            <a:ext cx="7543800" cy="2820668"/>
          </a:xfrm>
          <a:prstGeom prst="rect">
            <a:avLst/>
          </a:prstGeom>
          <a:noFill/>
          <a:ln>
            <a:noFill/>
          </a:ln>
        </p:spPr>
        <p:txBody>
          <a:bodyPr anchorCtr="0" anchor="t" bIns="34275" lIns="0" spcFirstLastPara="1" rIns="0" wrap="square" tIns="34275">
            <a:noAutofit/>
          </a:bodyPr>
          <a:lstStyle/>
          <a:p>
            <a:pPr indent="0" lvl="0" marL="63500" rtl="0" algn="l">
              <a:spcBef>
                <a:spcPts val="0"/>
              </a:spcBef>
              <a:spcAft>
                <a:spcPts val="0"/>
              </a:spcAft>
              <a:buClr>
                <a:schemeClr val="dk1"/>
              </a:buClr>
              <a:buSzPts val="1100"/>
              <a:buFont typeface="Arial"/>
              <a:buNone/>
            </a:pPr>
            <a:r>
              <a:rPr lang="en-GB" sz="1300">
                <a:solidFill>
                  <a:srgbClr val="3C4043"/>
                </a:solidFill>
                <a:latin typeface="Bookman Old Style"/>
                <a:ea typeface="Bookman Old Style"/>
                <a:cs typeface="Bookman Old Style"/>
                <a:sym typeface="Bookman Old Style"/>
              </a:rPr>
              <a:t>https://www.who.int/</a:t>
            </a:r>
            <a:endParaRPr sz="1300">
              <a:solidFill>
                <a:srgbClr val="3C4043"/>
              </a:solidFill>
              <a:latin typeface="Bookman Old Style"/>
              <a:ea typeface="Bookman Old Style"/>
              <a:cs typeface="Bookman Old Style"/>
              <a:sym typeface="Bookman Old Style"/>
            </a:endParaRPr>
          </a:p>
          <a:p>
            <a:pPr indent="0" lvl="0" marL="63500" rtl="0" algn="l">
              <a:spcBef>
                <a:spcPts val="0"/>
              </a:spcBef>
              <a:spcAft>
                <a:spcPts val="0"/>
              </a:spcAft>
              <a:buClr>
                <a:schemeClr val="dk1"/>
              </a:buClr>
              <a:buSzPts val="1100"/>
              <a:buFont typeface="Arial"/>
              <a:buNone/>
            </a:pPr>
            <a:r>
              <a:rPr lang="en-GB" sz="1300">
                <a:solidFill>
                  <a:srgbClr val="3C4043"/>
                </a:solidFill>
                <a:latin typeface="Bookman Old Style"/>
                <a:ea typeface="Bookman Old Style"/>
                <a:cs typeface="Bookman Old Style"/>
                <a:sym typeface="Bookman Old Style"/>
              </a:rPr>
              <a:t>https://www.kaggle.com</a:t>
            </a:r>
            <a:endParaRPr sz="1300">
              <a:solidFill>
                <a:srgbClr val="3C4043"/>
              </a:solidFill>
              <a:latin typeface="Bookman Old Style"/>
              <a:ea typeface="Bookman Old Style"/>
              <a:cs typeface="Bookman Old Style"/>
              <a:sym typeface="Bookman Old Style"/>
            </a:endParaRPr>
          </a:p>
          <a:p>
            <a:pPr indent="0" lvl="0" marL="63500" rtl="0" algn="l">
              <a:spcBef>
                <a:spcPts val="0"/>
              </a:spcBef>
              <a:spcAft>
                <a:spcPts val="0"/>
              </a:spcAft>
              <a:buClr>
                <a:schemeClr val="dk1"/>
              </a:buClr>
              <a:buSzPts val="1100"/>
              <a:buFont typeface="Arial"/>
              <a:buNone/>
            </a:pPr>
            <a:r>
              <a:rPr lang="en-GB" sz="1300">
                <a:solidFill>
                  <a:srgbClr val="3C4043"/>
                </a:solidFill>
                <a:latin typeface="Bookman Old Style"/>
                <a:ea typeface="Bookman Old Style"/>
                <a:cs typeface="Bookman Old Style"/>
                <a:sym typeface="Bookman Old Style"/>
              </a:rPr>
              <a:t>https://data.wordbank.org</a:t>
            </a:r>
            <a:endParaRPr sz="1300">
              <a:solidFill>
                <a:srgbClr val="3C4043"/>
              </a:solidFill>
              <a:latin typeface="Bookman Old Style"/>
              <a:ea typeface="Bookman Old Style"/>
              <a:cs typeface="Bookman Old Style"/>
              <a:sym typeface="Bookman Old Style"/>
            </a:endParaRPr>
          </a:p>
          <a:p>
            <a:pPr indent="0" lvl="0" marL="63500" rtl="0" algn="l">
              <a:lnSpc>
                <a:spcPct val="110000"/>
              </a:lnSpc>
              <a:spcBef>
                <a:spcPts val="0"/>
              </a:spcBef>
              <a:spcAft>
                <a:spcPts val="0"/>
              </a:spcAft>
              <a:buSzPts val="1400"/>
              <a:buNone/>
            </a:pPr>
            <a:r>
              <a:t/>
            </a:r>
            <a:endParaRPr sz="1300">
              <a:solidFill>
                <a:srgbClr val="3C4043"/>
              </a:solidFill>
              <a:latin typeface="Bookman Old Style"/>
              <a:ea typeface="Bookman Old Style"/>
              <a:cs typeface="Bookman Old Style"/>
              <a:sym typeface="Bookman Old Style"/>
            </a:endParaRPr>
          </a:p>
          <a:p>
            <a:pPr indent="0" lvl="0" marL="63500" rtl="0" algn="l">
              <a:lnSpc>
                <a:spcPct val="110000"/>
              </a:lnSpc>
              <a:spcBef>
                <a:spcPts val="0"/>
              </a:spcBef>
              <a:spcAft>
                <a:spcPts val="0"/>
              </a:spcAft>
              <a:buSzPts val="1400"/>
              <a:buNone/>
            </a:pPr>
            <a:r>
              <a:t/>
            </a:r>
            <a:endParaRPr sz="1300">
              <a:solidFill>
                <a:srgbClr val="3C4043"/>
              </a:solidFill>
              <a:latin typeface="Bookman Old Style"/>
              <a:ea typeface="Bookman Old Style"/>
              <a:cs typeface="Bookman Old Style"/>
              <a:sym typeface="Bookman Old Style"/>
            </a:endParaRPr>
          </a:p>
          <a:p>
            <a:pPr indent="-311150" lvl="0" marL="457200" rtl="0" algn="just">
              <a:lnSpc>
                <a:spcPct val="110000"/>
              </a:lnSpc>
              <a:spcBef>
                <a:spcPts val="0"/>
              </a:spcBef>
              <a:spcAft>
                <a:spcPts val="0"/>
              </a:spcAft>
              <a:buClr>
                <a:srgbClr val="3C4043"/>
              </a:buClr>
              <a:buSzPts val="1300"/>
              <a:buFont typeface="Bookman Old Style"/>
              <a:buChar char="●"/>
            </a:pPr>
            <a:r>
              <a:rPr lang="en-GB" sz="1300">
                <a:solidFill>
                  <a:srgbClr val="3C4043"/>
                </a:solidFill>
                <a:latin typeface="Bookman Old Style"/>
                <a:ea typeface="Bookman Old Style"/>
                <a:cs typeface="Bookman Old Style"/>
                <a:sym typeface="Bookman Old Style"/>
              </a:rPr>
              <a:t>The data employed in this analysis focuses on life expectancy and diverse health factors across 193 countries, extracted from the World Health Organization (WHO) data repository. </a:t>
            </a:r>
            <a:endParaRPr sz="1300">
              <a:solidFill>
                <a:srgbClr val="3C4043"/>
              </a:solidFill>
              <a:latin typeface="Bookman Old Style"/>
              <a:ea typeface="Bookman Old Style"/>
              <a:cs typeface="Bookman Old Style"/>
              <a:sym typeface="Bookman Old Style"/>
            </a:endParaRPr>
          </a:p>
          <a:p>
            <a:pPr indent="0" lvl="0" marL="457200" rtl="0" algn="just">
              <a:lnSpc>
                <a:spcPct val="110000"/>
              </a:lnSpc>
              <a:spcBef>
                <a:spcPts val="0"/>
              </a:spcBef>
              <a:spcAft>
                <a:spcPts val="0"/>
              </a:spcAft>
              <a:buNone/>
            </a:pPr>
            <a:r>
              <a:t/>
            </a:r>
            <a:endParaRPr sz="1300">
              <a:solidFill>
                <a:srgbClr val="3C4043"/>
              </a:solidFill>
              <a:latin typeface="Bookman Old Style"/>
              <a:ea typeface="Bookman Old Style"/>
              <a:cs typeface="Bookman Old Style"/>
              <a:sym typeface="Bookman Old Style"/>
            </a:endParaRPr>
          </a:p>
          <a:p>
            <a:pPr indent="-311150" lvl="0" marL="457200" rtl="0" algn="just">
              <a:lnSpc>
                <a:spcPct val="110000"/>
              </a:lnSpc>
              <a:spcBef>
                <a:spcPts val="0"/>
              </a:spcBef>
              <a:spcAft>
                <a:spcPts val="0"/>
              </a:spcAft>
              <a:buClr>
                <a:srgbClr val="3C4043"/>
              </a:buClr>
              <a:buSzPts val="1300"/>
              <a:buFont typeface="Bookman Old Style"/>
              <a:buChar char="●"/>
            </a:pPr>
            <a:r>
              <a:rPr lang="en-GB" sz="1300">
                <a:solidFill>
                  <a:srgbClr val="3C4043"/>
                </a:solidFill>
                <a:latin typeface="Bookman Old Style"/>
                <a:ea typeface="Bookman Old Style"/>
                <a:cs typeface="Bookman Old Style"/>
                <a:sym typeface="Bookman Old Style"/>
              </a:rPr>
              <a:t>Corresponding economic data for these nations was also obtained from the United Nations website. The study is specifically centered on the years 2000 to 2015, with the goal of conducting thorough analyses related to economic indicators, mortality rates, and various health metrics across all 193 countries encompassed in the dataset.</a:t>
            </a:r>
            <a:endParaRPr sz="1300">
              <a:solidFill>
                <a:srgbClr val="3C4043"/>
              </a:solidFill>
              <a:latin typeface="Bookman Old Style"/>
              <a:ea typeface="Bookman Old Style"/>
              <a:cs typeface="Bookman Old Style"/>
              <a:sym typeface="Bookman Old Style"/>
            </a:endParaRPr>
          </a:p>
          <a:p>
            <a:pPr indent="0" lvl="0" marL="457200" rtl="0" algn="l">
              <a:lnSpc>
                <a:spcPct val="110000"/>
              </a:lnSpc>
              <a:spcBef>
                <a:spcPts val="0"/>
              </a:spcBef>
              <a:spcAft>
                <a:spcPts val="0"/>
              </a:spcAft>
              <a:buNone/>
            </a:pPr>
            <a:r>
              <a:t/>
            </a:r>
            <a:endParaRPr sz="1300">
              <a:solidFill>
                <a:srgbClr val="3C4043"/>
              </a:solidFill>
              <a:latin typeface="Bookman Old Style"/>
              <a:ea typeface="Bookman Old Style"/>
              <a:cs typeface="Bookman Old Style"/>
              <a:sym typeface="Bookman Old Style"/>
            </a:endParaRPr>
          </a:p>
          <a:p>
            <a:pPr indent="-311150" lvl="0" marL="457200" rtl="0" algn="l">
              <a:lnSpc>
                <a:spcPct val="110000"/>
              </a:lnSpc>
              <a:spcBef>
                <a:spcPts val="1100"/>
              </a:spcBef>
              <a:spcAft>
                <a:spcPts val="0"/>
              </a:spcAft>
              <a:buSzPts val="1300"/>
              <a:buFont typeface="Bookman Old Style"/>
              <a:buAutoNum type="arabicPeriod"/>
            </a:pPr>
            <a:r>
              <a:t/>
            </a:r>
            <a:endParaRPr sz="1300">
              <a:latin typeface="Bookman Old Style"/>
              <a:ea typeface="Bookman Old Style"/>
              <a:cs typeface="Bookman Old Style"/>
              <a:sym typeface="Bookman Old Styl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27"/>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b="1" i="1" lang="en-GB"/>
              <a:t>INTRODUCTION</a:t>
            </a:r>
            <a:endParaRPr b="1" i="1"/>
          </a:p>
        </p:txBody>
      </p:sp>
      <p:sp>
        <p:nvSpPr>
          <p:cNvPr id="158" name="Google Shape;158;p27"/>
          <p:cNvSpPr txBox="1"/>
          <p:nvPr>
            <p:ph idx="1" type="body"/>
          </p:nvPr>
        </p:nvSpPr>
        <p:spPr>
          <a:xfrm>
            <a:off x="641550" y="1581000"/>
            <a:ext cx="8180700" cy="3700800"/>
          </a:xfrm>
          <a:prstGeom prst="rect">
            <a:avLst/>
          </a:prstGeom>
        </p:spPr>
        <p:txBody>
          <a:bodyPr anchorCtr="0" anchor="t" bIns="34275" lIns="0" spcFirstLastPara="1" rIns="0" wrap="square" tIns="34275">
            <a:normAutofit fontScale="77500" lnSpcReduction="20000"/>
          </a:bodyPr>
          <a:lstStyle/>
          <a:p>
            <a:pPr indent="-304155" lvl="0" marL="457200" rtl="0" algn="l">
              <a:lnSpc>
                <a:spcPct val="150000"/>
              </a:lnSpc>
              <a:spcBef>
                <a:spcPts val="0"/>
              </a:spcBef>
              <a:spcAft>
                <a:spcPts val="0"/>
              </a:spcAft>
              <a:buClr>
                <a:srgbClr val="262626"/>
              </a:buClr>
              <a:buSzPct val="100000"/>
              <a:buFont typeface="Bookman Old Style"/>
              <a:buAutoNum type="arabicPeriod"/>
            </a:pPr>
            <a:r>
              <a:rPr lang="en-GB" sz="1535">
                <a:solidFill>
                  <a:srgbClr val="262626"/>
                </a:solidFill>
                <a:latin typeface="Bookman Old Style"/>
                <a:ea typeface="Bookman Old Style"/>
                <a:cs typeface="Bookman Old Style"/>
                <a:sym typeface="Bookman Old Style"/>
              </a:rPr>
              <a:t>Life expectancy stands as a pivotal statistical metric, representing the average duration a human being is anticipated to live. This project focuses on understanding and analysing the multifaceted factors that significantly impact global life expectancy rate.</a:t>
            </a:r>
            <a:endParaRPr sz="1535">
              <a:solidFill>
                <a:srgbClr val="262626"/>
              </a:solidFill>
              <a:latin typeface="Bookman Old Style"/>
              <a:ea typeface="Bookman Old Style"/>
              <a:cs typeface="Bookman Old Style"/>
              <a:sym typeface="Bookman Old Style"/>
            </a:endParaRPr>
          </a:p>
          <a:p>
            <a:pPr indent="0" lvl="0" marL="457200" rtl="0" algn="l">
              <a:lnSpc>
                <a:spcPct val="150000"/>
              </a:lnSpc>
              <a:spcBef>
                <a:spcPts val="0"/>
              </a:spcBef>
              <a:spcAft>
                <a:spcPts val="0"/>
              </a:spcAft>
              <a:buNone/>
            </a:pPr>
            <a:r>
              <a:t/>
            </a:r>
            <a:endParaRPr sz="1535">
              <a:solidFill>
                <a:srgbClr val="262626"/>
              </a:solidFill>
              <a:latin typeface="Bookman Old Style"/>
              <a:ea typeface="Bookman Old Style"/>
              <a:cs typeface="Bookman Old Style"/>
              <a:sym typeface="Bookman Old Style"/>
            </a:endParaRPr>
          </a:p>
          <a:p>
            <a:pPr indent="-304155" lvl="0" marL="457200" rtl="0" algn="just">
              <a:lnSpc>
                <a:spcPct val="150000"/>
              </a:lnSpc>
              <a:spcBef>
                <a:spcPts val="0"/>
              </a:spcBef>
              <a:spcAft>
                <a:spcPts val="0"/>
              </a:spcAft>
              <a:buClr>
                <a:srgbClr val="262626"/>
              </a:buClr>
              <a:buSzPct val="100000"/>
              <a:buFont typeface="Bookman Old Style"/>
              <a:buAutoNum type="arabicPeriod"/>
            </a:pPr>
            <a:r>
              <a:rPr lang="en-GB" sz="1535">
                <a:solidFill>
                  <a:srgbClr val="262626"/>
                </a:solidFill>
                <a:latin typeface="Bookman Old Style"/>
                <a:ea typeface="Bookman Old Style"/>
                <a:cs typeface="Bookman Old Style"/>
                <a:sym typeface="Bookman Old Style"/>
              </a:rPr>
              <a:t>The chosen predictors are categorized into Immunization-related factors, Mortality factors, Economical factors, and Social factors. By utilizing this model, countries can identify specific factors contributing to lower life expectancy within their populations. </a:t>
            </a:r>
            <a:endParaRPr sz="1535">
              <a:solidFill>
                <a:srgbClr val="262626"/>
              </a:solidFill>
              <a:latin typeface="Bookman Old Style"/>
              <a:ea typeface="Bookman Old Style"/>
              <a:cs typeface="Bookman Old Style"/>
              <a:sym typeface="Bookman Old Style"/>
            </a:endParaRPr>
          </a:p>
          <a:p>
            <a:pPr indent="0" lvl="0" marL="457200" rtl="0" algn="just">
              <a:lnSpc>
                <a:spcPct val="150000"/>
              </a:lnSpc>
              <a:spcBef>
                <a:spcPts val="0"/>
              </a:spcBef>
              <a:spcAft>
                <a:spcPts val="0"/>
              </a:spcAft>
              <a:buNone/>
            </a:pPr>
            <a:r>
              <a:t/>
            </a:r>
            <a:endParaRPr sz="1535">
              <a:solidFill>
                <a:srgbClr val="262626"/>
              </a:solidFill>
              <a:latin typeface="Bookman Old Style"/>
              <a:ea typeface="Bookman Old Style"/>
              <a:cs typeface="Bookman Old Style"/>
              <a:sym typeface="Bookman Old Style"/>
            </a:endParaRPr>
          </a:p>
          <a:p>
            <a:pPr indent="-304155" lvl="0" marL="457200" rtl="0" algn="just">
              <a:lnSpc>
                <a:spcPct val="150000"/>
              </a:lnSpc>
              <a:spcBef>
                <a:spcPts val="0"/>
              </a:spcBef>
              <a:spcAft>
                <a:spcPts val="0"/>
              </a:spcAft>
              <a:buClr>
                <a:srgbClr val="262626"/>
              </a:buClr>
              <a:buSzPct val="100000"/>
              <a:buFont typeface="Bookman Old Style"/>
              <a:buAutoNum type="arabicPeriod"/>
            </a:pPr>
            <a:r>
              <a:rPr lang="en-GB" sz="1535">
                <a:solidFill>
                  <a:srgbClr val="262626"/>
                </a:solidFill>
                <a:latin typeface="Bookman Old Style"/>
                <a:ea typeface="Bookman Old Style"/>
                <a:cs typeface="Bookman Old Style"/>
                <a:sym typeface="Bookman Old Style"/>
              </a:rPr>
              <a:t>This insight becomes instrumental in tailoring evidence-based public health policies, precision medical interventions, and targeted social programs. The aim is to empower countries with the knowledge needed to strategically focus on areas that will most effectively enhance the life expectancy of their citizens.</a:t>
            </a:r>
            <a:endParaRPr sz="1535">
              <a:solidFill>
                <a:srgbClr val="262626"/>
              </a:solidFill>
              <a:latin typeface="Bookman Old Style"/>
              <a:ea typeface="Bookman Old Style"/>
              <a:cs typeface="Bookman Old Style"/>
              <a:sym typeface="Bookman Old Style"/>
            </a:endParaRPr>
          </a:p>
          <a:p>
            <a:pPr indent="0" lvl="0" marL="457200" rtl="0" algn="l">
              <a:lnSpc>
                <a:spcPct val="150000"/>
              </a:lnSpc>
              <a:spcBef>
                <a:spcPts val="0"/>
              </a:spcBef>
              <a:spcAft>
                <a:spcPts val="0"/>
              </a:spcAft>
              <a:buNone/>
            </a:pPr>
            <a:r>
              <a:t/>
            </a:r>
            <a:endParaRPr sz="1300">
              <a:solidFill>
                <a:srgbClr val="262626"/>
              </a:solidFill>
              <a:latin typeface="Bookman Old Style"/>
              <a:ea typeface="Bookman Old Style"/>
              <a:cs typeface="Bookman Old Style"/>
              <a:sym typeface="Bookman Old Style"/>
            </a:endParaRPr>
          </a:p>
          <a:p>
            <a:pPr indent="0" lvl="0" marL="0" rtl="0" algn="l">
              <a:lnSpc>
                <a:spcPct val="150000"/>
              </a:lnSpc>
              <a:spcBef>
                <a:spcPts val="0"/>
              </a:spcBef>
              <a:spcAft>
                <a:spcPts val="0"/>
              </a:spcAft>
              <a:buNone/>
            </a:pPr>
            <a:r>
              <a:t/>
            </a:r>
            <a:endParaRPr sz="1200">
              <a:solidFill>
                <a:schemeClr val="dk1"/>
              </a:solidFill>
              <a:latin typeface="Candara"/>
              <a:ea typeface="Candara"/>
              <a:cs typeface="Candara"/>
              <a:sym typeface="Candara"/>
            </a:endParaRPr>
          </a:p>
          <a:p>
            <a:pPr indent="0" lvl="0" marL="457200" rtl="0" algn="just">
              <a:lnSpc>
                <a:spcPct val="90000"/>
              </a:lnSpc>
              <a:spcBef>
                <a:spcPts val="0"/>
              </a:spcBef>
              <a:spcAft>
                <a:spcPts val="0"/>
              </a:spcAft>
              <a:buNone/>
            </a:pPr>
            <a:r>
              <a:t/>
            </a:r>
            <a:endParaRPr sz="1300">
              <a:solidFill>
                <a:srgbClr val="262626"/>
              </a:solidFill>
              <a:latin typeface="Bookman Old Style"/>
              <a:ea typeface="Bookman Old Style"/>
              <a:cs typeface="Bookman Old Style"/>
              <a:sym typeface="Bookman Old Style"/>
            </a:endParaRPr>
          </a:p>
          <a:p>
            <a:pPr indent="-297497" lvl="0" marL="457200" rtl="0" algn="l">
              <a:spcBef>
                <a:spcPts val="900"/>
              </a:spcBef>
              <a:spcAft>
                <a:spcPts val="0"/>
              </a:spcAft>
              <a:buSzPct val="100000"/>
              <a:buChar char=" "/>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28"/>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b="1" i="1" lang="en-GB"/>
              <a:t>PROPOSED SOLUTION</a:t>
            </a:r>
            <a:endParaRPr b="1" i="1"/>
          </a:p>
        </p:txBody>
      </p:sp>
      <p:sp>
        <p:nvSpPr>
          <p:cNvPr id="164" name="Google Shape;164;p28"/>
          <p:cNvSpPr txBox="1"/>
          <p:nvPr>
            <p:ph idx="1" type="body"/>
          </p:nvPr>
        </p:nvSpPr>
        <p:spPr>
          <a:xfrm>
            <a:off x="586849" y="1556750"/>
            <a:ext cx="8016000" cy="3217800"/>
          </a:xfrm>
          <a:prstGeom prst="rect">
            <a:avLst/>
          </a:prstGeom>
        </p:spPr>
        <p:txBody>
          <a:bodyPr anchorCtr="0" anchor="t" bIns="34275" lIns="0" spcFirstLastPara="1" rIns="0" wrap="square" tIns="34275">
            <a:noAutofit/>
          </a:bodyPr>
          <a:lstStyle/>
          <a:p>
            <a:pPr indent="-307600" lvl="0" marL="457200" rtl="0" algn="just">
              <a:lnSpc>
                <a:spcPct val="140000"/>
              </a:lnSpc>
              <a:spcBef>
                <a:spcPts val="0"/>
              </a:spcBef>
              <a:spcAft>
                <a:spcPts val="0"/>
              </a:spcAft>
              <a:buClr>
                <a:schemeClr val="dk1"/>
              </a:buClr>
              <a:buSzPts val="1244"/>
              <a:buFont typeface="Candara"/>
              <a:buAutoNum type="arabicPeriod"/>
            </a:pPr>
            <a:r>
              <a:rPr lang="en-GB" sz="1291">
                <a:solidFill>
                  <a:srgbClr val="262626"/>
                </a:solidFill>
                <a:latin typeface="Bookman Old Style"/>
                <a:ea typeface="Bookman Old Style"/>
                <a:cs typeface="Bookman Old Style"/>
                <a:sym typeface="Bookman Old Style"/>
              </a:rPr>
              <a:t>The proposed solution is to build a ‘Multiple Linear Regression model’ to predict the “Global General Life Expectancy” based on predicting variables divided into several broad categories:​ ​Immunization related factors, Mortality factors, Economical factors and Social factors.</a:t>
            </a:r>
            <a:endParaRPr sz="1291">
              <a:solidFill>
                <a:srgbClr val="262626"/>
              </a:solidFill>
              <a:latin typeface="Bookman Old Style"/>
              <a:ea typeface="Bookman Old Style"/>
              <a:cs typeface="Bookman Old Style"/>
              <a:sym typeface="Bookman Old Style"/>
            </a:endParaRPr>
          </a:p>
          <a:p>
            <a:pPr indent="0" lvl="0" marL="457200" rtl="0" algn="just">
              <a:lnSpc>
                <a:spcPct val="140000"/>
              </a:lnSpc>
              <a:spcBef>
                <a:spcPts val="0"/>
              </a:spcBef>
              <a:spcAft>
                <a:spcPts val="0"/>
              </a:spcAft>
              <a:buSzPts val="523"/>
              <a:buNone/>
            </a:pPr>
            <a:r>
              <a:t/>
            </a:r>
            <a:endParaRPr sz="1291">
              <a:solidFill>
                <a:srgbClr val="262626"/>
              </a:solidFill>
              <a:latin typeface="Bookman Old Style"/>
              <a:ea typeface="Bookman Old Style"/>
              <a:cs typeface="Bookman Old Style"/>
              <a:sym typeface="Bookman Old Style"/>
            </a:endParaRPr>
          </a:p>
          <a:p>
            <a:pPr indent="-307600" lvl="0" marL="457200" rtl="0" algn="just">
              <a:lnSpc>
                <a:spcPct val="140000"/>
              </a:lnSpc>
              <a:spcBef>
                <a:spcPts val="0"/>
              </a:spcBef>
              <a:spcAft>
                <a:spcPts val="0"/>
              </a:spcAft>
              <a:buClr>
                <a:schemeClr val="dk1"/>
              </a:buClr>
              <a:buSzPts val="1244"/>
              <a:buFont typeface="Candara"/>
              <a:buAutoNum type="arabicPeriod"/>
            </a:pPr>
            <a:r>
              <a:rPr lang="en-GB" sz="1291">
                <a:solidFill>
                  <a:srgbClr val="262626"/>
                </a:solidFill>
                <a:latin typeface="Bookman Old Style"/>
                <a:ea typeface="Bookman Old Style"/>
                <a:cs typeface="Bookman Old Style"/>
                <a:sym typeface="Bookman Old Style"/>
              </a:rPr>
              <a:t>This will help in suggesting a country in which evidence-based public health policies, precision medical interventions, and targeted social programs should be given importance in order to efficiently improve the life expectancy of its population.</a:t>
            </a:r>
            <a:endParaRPr sz="1291">
              <a:solidFill>
                <a:srgbClr val="262626"/>
              </a:solidFill>
              <a:latin typeface="Bookman Old Style"/>
              <a:ea typeface="Bookman Old Style"/>
              <a:cs typeface="Bookman Old Style"/>
              <a:sym typeface="Bookman Old Style"/>
            </a:endParaRPr>
          </a:p>
          <a:p>
            <a:pPr indent="0" lvl="0" marL="0" rtl="0" algn="just">
              <a:lnSpc>
                <a:spcPct val="140000"/>
              </a:lnSpc>
              <a:spcBef>
                <a:spcPts val="0"/>
              </a:spcBef>
              <a:spcAft>
                <a:spcPts val="0"/>
              </a:spcAft>
              <a:buSzPts val="523"/>
              <a:buNone/>
            </a:pPr>
            <a:r>
              <a:t/>
            </a:r>
            <a:endParaRPr sz="1291">
              <a:solidFill>
                <a:srgbClr val="262626"/>
              </a:solidFill>
              <a:latin typeface="Bookman Old Style"/>
              <a:ea typeface="Bookman Old Style"/>
              <a:cs typeface="Bookman Old Style"/>
              <a:sym typeface="Bookman Old Style"/>
            </a:endParaRPr>
          </a:p>
          <a:p>
            <a:pPr indent="-310616" lvl="0" marL="457200" rtl="0" algn="just">
              <a:lnSpc>
                <a:spcPct val="140000"/>
              </a:lnSpc>
              <a:spcBef>
                <a:spcPts val="0"/>
              </a:spcBef>
              <a:spcAft>
                <a:spcPts val="0"/>
              </a:spcAft>
              <a:buClr>
                <a:srgbClr val="262626"/>
              </a:buClr>
              <a:buSzPts val="1292"/>
              <a:buFont typeface="Bookman Old Style"/>
              <a:buAutoNum type="arabicPeriod"/>
            </a:pPr>
            <a:r>
              <a:rPr lang="en-GB" sz="1291">
                <a:solidFill>
                  <a:srgbClr val="262626"/>
                </a:solidFill>
                <a:latin typeface="Bookman Old Style"/>
                <a:ea typeface="Bookman Old Style"/>
                <a:cs typeface="Bookman Old Style"/>
                <a:sym typeface="Bookman Old Style"/>
              </a:rPr>
              <a:t>The proposed solution also aims at creating a web app interface which will helps users/organizations to predict the future life expectancy of  countries just by entering the parameters on which the model is trained.</a:t>
            </a:r>
            <a:endParaRPr sz="1291">
              <a:solidFill>
                <a:srgbClr val="262626"/>
              </a:solidFill>
              <a:latin typeface="Bookman Old Style"/>
              <a:ea typeface="Bookman Old Style"/>
              <a:cs typeface="Bookman Old Style"/>
              <a:sym typeface="Bookman Old Style"/>
            </a:endParaRPr>
          </a:p>
          <a:p>
            <a:pPr indent="0" lvl="0" marL="457200" rtl="0" algn="just">
              <a:lnSpc>
                <a:spcPct val="80000"/>
              </a:lnSpc>
              <a:spcBef>
                <a:spcPts val="0"/>
              </a:spcBef>
              <a:spcAft>
                <a:spcPts val="0"/>
              </a:spcAft>
              <a:buSzPts val="523"/>
              <a:buNone/>
            </a:pPr>
            <a:r>
              <a:t/>
            </a:r>
            <a:endParaRPr sz="717">
              <a:solidFill>
                <a:srgbClr val="262626"/>
              </a:solidFill>
              <a:latin typeface="Bookman Old Style"/>
              <a:ea typeface="Bookman Old Style"/>
              <a:cs typeface="Bookman Old Style"/>
              <a:sym typeface="Bookman Old Style"/>
            </a:endParaRPr>
          </a:p>
          <a:p>
            <a:pPr indent="-277177" lvl="0" marL="457200" rtl="0" algn="l">
              <a:lnSpc>
                <a:spcPct val="100000"/>
              </a:lnSpc>
              <a:spcBef>
                <a:spcPts val="900"/>
              </a:spcBef>
              <a:spcAft>
                <a:spcPts val="0"/>
              </a:spcAft>
              <a:buSzPts val="765"/>
              <a:buChar char=" "/>
            </a:pPr>
            <a:r>
              <a:t/>
            </a:r>
            <a:endParaRPr sz="76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822950" y="313475"/>
            <a:ext cx="7074300" cy="9897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rgbClr val="3F3F3F"/>
              </a:buClr>
              <a:buSzPct val="96923"/>
              <a:buFont typeface="Bookman Old Style"/>
              <a:buNone/>
            </a:pPr>
            <a:r>
              <a:rPr b="1" i="1" lang="en-GB" sz="3611"/>
              <a:t>METHODOLOGY - </a:t>
            </a:r>
            <a:r>
              <a:rPr b="1" i="1" lang="en-GB" sz="3611"/>
              <a:t>WORKFLOW</a:t>
            </a:r>
            <a:endParaRPr b="1" i="1" sz="3611"/>
          </a:p>
        </p:txBody>
      </p:sp>
      <p:pic>
        <p:nvPicPr>
          <p:cNvPr id="170" name="Google Shape;170;p29"/>
          <p:cNvPicPr preferRelativeResize="0"/>
          <p:nvPr/>
        </p:nvPicPr>
        <p:blipFill>
          <a:blip r:embed="rId3">
            <a:alphaModFix/>
          </a:blip>
          <a:stretch>
            <a:fillRect/>
          </a:stretch>
        </p:blipFill>
        <p:spPr>
          <a:xfrm>
            <a:off x="1773175" y="1460225"/>
            <a:ext cx="5964477" cy="3264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822950" y="409925"/>
            <a:ext cx="7942500" cy="893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3F3F3F"/>
              </a:buClr>
              <a:buSzPts val="3500"/>
              <a:buFont typeface="Bookman Old Style"/>
              <a:buNone/>
            </a:pPr>
            <a:r>
              <a:rPr b="1" i="1" lang="en-GB"/>
              <a:t>MULTIPLE LINEAR REGRESSION</a:t>
            </a:r>
            <a:endParaRPr b="1" i="1"/>
          </a:p>
        </p:txBody>
      </p:sp>
      <p:pic>
        <p:nvPicPr>
          <p:cNvPr id="176" name="Google Shape;176;p30"/>
          <p:cNvPicPr preferRelativeResize="0"/>
          <p:nvPr/>
        </p:nvPicPr>
        <p:blipFill>
          <a:blip r:embed="rId3">
            <a:alphaModFix/>
          </a:blip>
          <a:stretch>
            <a:fillRect/>
          </a:stretch>
        </p:blipFill>
        <p:spPr>
          <a:xfrm>
            <a:off x="990600" y="1463200"/>
            <a:ext cx="6909250" cy="3229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b="1" i="1" lang="en-GB"/>
              <a:t>RESULTS</a:t>
            </a:r>
            <a:r>
              <a:rPr lang="en-GB"/>
              <a:t> - </a:t>
            </a:r>
            <a:r>
              <a:rPr b="1" lang="en-GB"/>
              <a:t>Evaluation Metrics</a:t>
            </a:r>
            <a:endParaRPr b="1"/>
          </a:p>
        </p:txBody>
      </p:sp>
      <p:sp>
        <p:nvSpPr>
          <p:cNvPr id="182" name="Google Shape;182;p31"/>
          <p:cNvSpPr txBox="1"/>
          <p:nvPr>
            <p:ph idx="1" type="body"/>
          </p:nvPr>
        </p:nvSpPr>
        <p:spPr>
          <a:xfrm>
            <a:off x="822960" y="1581151"/>
            <a:ext cx="7543800" cy="2820600"/>
          </a:xfrm>
          <a:prstGeom prst="rect">
            <a:avLst/>
          </a:prstGeom>
        </p:spPr>
        <p:txBody>
          <a:bodyPr anchorCtr="0" anchor="t" bIns="34275" lIns="0" spcFirstLastPara="1" rIns="0" wrap="square" tIns="34275">
            <a:normAutofit/>
          </a:bodyPr>
          <a:lstStyle/>
          <a:p>
            <a:pPr indent="0" lvl="0" marL="0" rtl="0" algn="ctr">
              <a:lnSpc>
                <a:spcPct val="100000"/>
              </a:lnSpc>
              <a:spcBef>
                <a:spcPts val="0"/>
              </a:spcBef>
              <a:spcAft>
                <a:spcPts val="0"/>
              </a:spcAft>
              <a:buNone/>
            </a:pPr>
            <a:r>
              <a:t/>
            </a:r>
            <a:endParaRPr>
              <a:solidFill>
                <a:srgbClr val="000000"/>
              </a:solidFill>
            </a:endParaRPr>
          </a:p>
          <a:p>
            <a:pPr indent="0" lvl="0" marL="0" rtl="0" algn="ctr">
              <a:lnSpc>
                <a:spcPct val="100000"/>
              </a:lnSpc>
              <a:spcBef>
                <a:spcPts val="0"/>
              </a:spcBef>
              <a:spcAft>
                <a:spcPts val="0"/>
              </a:spcAft>
              <a:buNone/>
            </a:pPr>
            <a:r>
              <a:t/>
            </a:r>
            <a:endParaRPr>
              <a:solidFill>
                <a:srgbClr val="000000"/>
              </a:solidFill>
            </a:endParaRPr>
          </a:p>
          <a:p>
            <a:pPr indent="0" lvl="0" marL="0" rtl="0" algn="l">
              <a:spcBef>
                <a:spcPts val="900"/>
              </a:spcBef>
              <a:spcAft>
                <a:spcPts val="200"/>
              </a:spcAft>
              <a:buNone/>
            </a:pPr>
            <a:r>
              <a:t/>
            </a:r>
            <a:endParaRPr/>
          </a:p>
        </p:txBody>
      </p:sp>
      <p:grpSp>
        <p:nvGrpSpPr>
          <p:cNvPr id="183" name="Google Shape;183;p31"/>
          <p:cNvGrpSpPr/>
          <p:nvPr/>
        </p:nvGrpSpPr>
        <p:grpSpPr>
          <a:xfrm>
            <a:off x="363524" y="1562850"/>
            <a:ext cx="2726286" cy="2547000"/>
            <a:chOff x="363524" y="1258050"/>
            <a:chExt cx="2726286" cy="2547000"/>
          </a:xfrm>
        </p:grpSpPr>
        <p:sp>
          <p:nvSpPr>
            <p:cNvPr id="184" name="Google Shape;184;p31"/>
            <p:cNvSpPr/>
            <p:nvPr/>
          </p:nvSpPr>
          <p:spPr>
            <a:xfrm rot="2700000">
              <a:off x="1356161" y="1011412"/>
              <a:ext cx="561726" cy="3040276"/>
            </a:xfrm>
            <a:prstGeom prst="roundRect">
              <a:avLst>
                <a:gd fmla="val 50000" name="adj"/>
              </a:avLst>
            </a:prstGeom>
            <a:solidFill>
              <a:srgbClr val="2F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1"/>
            <p:cNvSpPr/>
            <p:nvPr/>
          </p:nvSpPr>
          <p:spPr>
            <a:xfrm>
              <a:off x="580539" y="3205393"/>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2F2F2F"/>
                  </a:solidFill>
                  <a:latin typeface="Roboto"/>
                  <a:ea typeface="Roboto"/>
                  <a:cs typeface="Roboto"/>
                  <a:sym typeface="Roboto"/>
                </a:rPr>
                <a:t>1</a:t>
              </a:r>
              <a:endParaRPr b="1" sz="1200">
                <a:solidFill>
                  <a:srgbClr val="2F2F2F"/>
                </a:solidFill>
                <a:latin typeface="Roboto"/>
                <a:ea typeface="Roboto"/>
                <a:cs typeface="Roboto"/>
                <a:sym typeface="Roboto"/>
              </a:endParaRPr>
            </a:p>
          </p:txBody>
        </p:sp>
        <p:sp>
          <p:nvSpPr>
            <p:cNvPr id="186" name="Google Shape;186;p31"/>
            <p:cNvSpPr txBox="1"/>
            <p:nvPr/>
          </p:nvSpPr>
          <p:spPr>
            <a:xfrm rot="-2700000">
              <a:off x="567889" y="2239754"/>
              <a:ext cx="2336422" cy="393293"/>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rgbClr val="FFFFFF"/>
                  </a:solidFill>
                  <a:latin typeface="Roboto"/>
                  <a:ea typeface="Roboto"/>
                  <a:cs typeface="Roboto"/>
                  <a:sym typeface="Roboto"/>
                </a:rPr>
                <a:t>Mean Absolute Error (MAE)</a:t>
              </a:r>
              <a:endParaRPr b="1" sz="800">
                <a:solidFill>
                  <a:srgbClr val="FFFFFF"/>
                </a:solidFill>
                <a:latin typeface="Roboto"/>
                <a:ea typeface="Roboto"/>
                <a:cs typeface="Roboto"/>
                <a:sym typeface="Roboto"/>
              </a:endParaRPr>
            </a:p>
          </p:txBody>
        </p:sp>
        <p:sp>
          <p:nvSpPr>
            <p:cNvPr id="187" name="Google Shape;187;p31"/>
            <p:cNvSpPr txBox="1"/>
            <p:nvPr/>
          </p:nvSpPr>
          <p:spPr>
            <a:xfrm rot="-2700000">
              <a:off x="1029496" y="2550697"/>
              <a:ext cx="2203628" cy="5074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GB" sz="1000">
                  <a:latin typeface="Roboto"/>
                  <a:ea typeface="Roboto"/>
                  <a:cs typeface="Roboto"/>
                  <a:sym typeface="Roboto"/>
                </a:rPr>
                <a:t>1.3602491421990355</a:t>
              </a:r>
              <a:endParaRPr b="1" sz="1000">
                <a:latin typeface="Roboto"/>
                <a:ea typeface="Roboto"/>
                <a:cs typeface="Roboto"/>
                <a:sym typeface="Roboto"/>
              </a:endParaRPr>
            </a:p>
          </p:txBody>
        </p:sp>
      </p:grpSp>
      <p:grpSp>
        <p:nvGrpSpPr>
          <p:cNvPr id="188" name="Google Shape;188;p31"/>
          <p:cNvGrpSpPr/>
          <p:nvPr/>
        </p:nvGrpSpPr>
        <p:grpSpPr>
          <a:xfrm>
            <a:off x="2273746" y="1562850"/>
            <a:ext cx="2726286" cy="2547000"/>
            <a:chOff x="2273746" y="1258050"/>
            <a:chExt cx="2726286" cy="2547000"/>
          </a:xfrm>
        </p:grpSpPr>
        <p:sp>
          <p:nvSpPr>
            <p:cNvPr id="189" name="Google Shape;189;p31"/>
            <p:cNvSpPr/>
            <p:nvPr/>
          </p:nvSpPr>
          <p:spPr>
            <a:xfrm rot="2700000">
              <a:off x="3266383" y="1011412"/>
              <a:ext cx="561726" cy="3040276"/>
            </a:xfrm>
            <a:prstGeom prst="roundRect">
              <a:avLst>
                <a:gd fmla="val 50000" name="adj"/>
              </a:avLst>
            </a:prstGeom>
            <a:solidFill>
              <a:srgbClr val="3D3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1"/>
            <p:cNvSpPr/>
            <p:nvPr/>
          </p:nvSpPr>
          <p:spPr>
            <a:xfrm>
              <a:off x="2490761" y="3205393"/>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3D3D3D"/>
                  </a:solidFill>
                  <a:latin typeface="Roboto"/>
                  <a:ea typeface="Roboto"/>
                  <a:cs typeface="Roboto"/>
                  <a:sym typeface="Roboto"/>
                </a:rPr>
                <a:t>2</a:t>
              </a:r>
              <a:endParaRPr b="1" sz="1200">
                <a:solidFill>
                  <a:srgbClr val="3D3D3D"/>
                </a:solidFill>
                <a:latin typeface="Roboto"/>
                <a:ea typeface="Roboto"/>
                <a:cs typeface="Roboto"/>
                <a:sym typeface="Roboto"/>
              </a:endParaRPr>
            </a:p>
          </p:txBody>
        </p:sp>
        <p:sp>
          <p:nvSpPr>
            <p:cNvPr id="191" name="Google Shape;191;p31"/>
            <p:cNvSpPr txBox="1"/>
            <p:nvPr/>
          </p:nvSpPr>
          <p:spPr>
            <a:xfrm rot="-2700000">
              <a:off x="2473968" y="2237954"/>
              <a:ext cx="2341513" cy="393293"/>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200">
                  <a:solidFill>
                    <a:schemeClr val="lt1"/>
                  </a:solidFill>
                  <a:latin typeface="Roboto"/>
                  <a:ea typeface="Roboto"/>
                  <a:cs typeface="Roboto"/>
                  <a:sym typeface="Roboto"/>
                </a:rPr>
                <a:t>Mean Squared Error (MSE)</a:t>
              </a:r>
              <a:endParaRPr b="1" sz="800">
                <a:solidFill>
                  <a:srgbClr val="FFFFFF"/>
                </a:solidFill>
                <a:latin typeface="Roboto"/>
                <a:ea typeface="Roboto"/>
                <a:cs typeface="Roboto"/>
                <a:sym typeface="Roboto"/>
              </a:endParaRPr>
            </a:p>
          </p:txBody>
        </p:sp>
        <p:sp>
          <p:nvSpPr>
            <p:cNvPr id="192" name="Google Shape;192;p31"/>
            <p:cNvSpPr txBox="1"/>
            <p:nvPr/>
          </p:nvSpPr>
          <p:spPr>
            <a:xfrm rot="-2700000">
              <a:off x="2939718" y="2550697"/>
              <a:ext cx="2203628" cy="5074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GB" sz="1000">
                  <a:latin typeface="Roboto"/>
                  <a:ea typeface="Roboto"/>
                  <a:cs typeface="Roboto"/>
                  <a:sym typeface="Roboto"/>
                </a:rPr>
                <a:t>5.868228394132838</a:t>
              </a:r>
              <a:endParaRPr b="1" sz="1000">
                <a:latin typeface="Roboto"/>
                <a:ea typeface="Roboto"/>
                <a:cs typeface="Roboto"/>
                <a:sym typeface="Roboto"/>
              </a:endParaRPr>
            </a:p>
          </p:txBody>
        </p:sp>
      </p:grpSp>
      <p:grpSp>
        <p:nvGrpSpPr>
          <p:cNvPr id="193" name="Google Shape;193;p31"/>
          <p:cNvGrpSpPr/>
          <p:nvPr/>
        </p:nvGrpSpPr>
        <p:grpSpPr>
          <a:xfrm>
            <a:off x="4155839" y="1562850"/>
            <a:ext cx="2726286" cy="2547000"/>
            <a:chOff x="4193764" y="1258050"/>
            <a:chExt cx="2726286" cy="2547000"/>
          </a:xfrm>
        </p:grpSpPr>
        <p:sp>
          <p:nvSpPr>
            <p:cNvPr id="194" name="Google Shape;194;p31"/>
            <p:cNvSpPr/>
            <p:nvPr/>
          </p:nvSpPr>
          <p:spPr>
            <a:xfrm rot="2700000">
              <a:off x="5186401" y="1011412"/>
              <a:ext cx="561726" cy="3040276"/>
            </a:xfrm>
            <a:prstGeom prst="roundRect">
              <a:avLst>
                <a:gd fmla="val 50000" name="adj"/>
              </a:avLst>
            </a:prstGeom>
            <a:solidFill>
              <a:srgbClr val="4141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1"/>
            <p:cNvSpPr/>
            <p:nvPr/>
          </p:nvSpPr>
          <p:spPr>
            <a:xfrm>
              <a:off x="4410780" y="3205393"/>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rgbClr val="414141"/>
                  </a:solidFill>
                  <a:latin typeface="Roboto"/>
                  <a:ea typeface="Roboto"/>
                  <a:cs typeface="Roboto"/>
                  <a:sym typeface="Roboto"/>
                </a:rPr>
                <a:t>3</a:t>
              </a:r>
              <a:endParaRPr b="1" sz="1200">
                <a:solidFill>
                  <a:srgbClr val="414141"/>
                </a:solidFill>
                <a:latin typeface="Roboto"/>
                <a:ea typeface="Roboto"/>
                <a:cs typeface="Roboto"/>
                <a:sym typeface="Roboto"/>
              </a:endParaRPr>
            </a:p>
          </p:txBody>
        </p:sp>
        <p:sp>
          <p:nvSpPr>
            <p:cNvPr id="196" name="Google Shape;196;p31"/>
            <p:cNvSpPr txBox="1"/>
            <p:nvPr/>
          </p:nvSpPr>
          <p:spPr>
            <a:xfrm rot="-2700000">
              <a:off x="4448686" y="2185079"/>
              <a:ext cx="2419578" cy="565968"/>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GB" sz="1200">
                  <a:solidFill>
                    <a:schemeClr val="lt1"/>
                  </a:solidFill>
                  <a:latin typeface="Roboto"/>
                  <a:ea typeface="Roboto"/>
                  <a:cs typeface="Roboto"/>
                  <a:sym typeface="Roboto"/>
                </a:rPr>
                <a:t>Root </a:t>
              </a:r>
              <a:r>
                <a:rPr b="1" lang="en-GB" sz="1200">
                  <a:solidFill>
                    <a:schemeClr val="lt1"/>
                  </a:solidFill>
                  <a:latin typeface="Roboto"/>
                  <a:ea typeface="Roboto"/>
                  <a:cs typeface="Roboto"/>
                  <a:sym typeface="Roboto"/>
                </a:rPr>
                <a:t>Mean Squared Error (RMSE)</a:t>
              </a:r>
              <a:endParaRPr b="1" sz="800">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b="1" sz="1200">
                <a:solidFill>
                  <a:srgbClr val="FFFFFF"/>
                </a:solidFill>
                <a:latin typeface="Roboto"/>
                <a:ea typeface="Roboto"/>
                <a:cs typeface="Roboto"/>
                <a:sym typeface="Roboto"/>
              </a:endParaRPr>
            </a:p>
          </p:txBody>
        </p:sp>
        <p:sp>
          <p:nvSpPr>
            <p:cNvPr id="197" name="Google Shape;197;p31"/>
            <p:cNvSpPr txBox="1"/>
            <p:nvPr/>
          </p:nvSpPr>
          <p:spPr>
            <a:xfrm rot="-2700000">
              <a:off x="4859736" y="2550697"/>
              <a:ext cx="2203628" cy="5074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GB" sz="1000">
                  <a:latin typeface="Roboto"/>
                  <a:ea typeface="Roboto"/>
                  <a:cs typeface="Roboto"/>
                  <a:sym typeface="Roboto"/>
                </a:rPr>
                <a:t>2.4224426503289687</a:t>
              </a:r>
              <a:endParaRPr b="1" sz="1000">
                <a:latin typeface="Roboto"/>
                <a:ea typeface="Roboto"/>
                <a:cs typeface="Roboto"/>
                <a:sym typeface="Roboto"/>
              </a:endParaRPr>
            </a:p>
          </p:txBody>
        </p:sp>
      </p:grpSp>
      <p:grpSp>
        <p:nvGrpSpPr>
          <p:cNvPr id="198" name="Google Shape;198;p31"/>
          <p:cNvGrpSpPr/>
          <p:nvPr/>
        </p:nvGrpSpPr>
        <p:grpSpPr>
          <a:xfrm>
            <a:off x="5951586" y="1469501"/>
            <a:ext cx="2726286" cy="2640349"/>
            <a:chOff x="6103986" y="1164701"/>
            <a:chExt cx="2726286" cy="2640349"/>
          </a:xfrm>
        </p:grpSpPr>
        <p:sp>
          <p:nvSpPr>
            <p:cNvPr id="199" name="Google Shape;199;p31"/>
            <p:cNvSpPr/>
            <p:nvPr/>
          </p:nvSpPr>
          <p:spPr>
            <a:xfrm rot="2700000">
              <a:off x="7096623" y="1011412"/>
              <a:ext cx="561726" cy="3040276"/>
            </a:xfrm>
            <a:prstGeom prst="roundRect">
              <a:avLst>
                <a:gd fmla="val 50000" name="adj"/>
              </a:avLst>
            </a:prstGeom>
            <a:solidFill>
              <a:srgbClr val="4646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1"/>
            <p:cNvSpPr/>
            <p:nvPr/>
          </p:nvSpPr>
          <p:spPr>
            <a:xfrm>
              <a:off x="6321002" y="3205393"/>
              <a:ext cx="374100" cy="3741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rgbClr val="464646"/>
                  </a:solidFill>
                  <a:latin typeface="Roboto"/>
                  <a:ea typeface="Roboto"/>
                  <a:cs typeface="Roboto"/>
                  <a:sym typeface="Roboto"/>
                </a:rPr>
                <a:t>4</a:t>
              </a:r>
              <a:endParaRPr b="1" sz="1200">
                <a:solidFill>
                  <a:srgbClr val="464646"/>
                </a:solidFill>
                <a:latin typeface="Roboto"/>
                <a:ea typeface="Roboto"/>
                <a:cs typeface="Roboto"/>
                <a:sym typeface="Roboto"/>
              </a:endParaRPr>
            </a:p>
          </p:txBody>
        </p:sp>
        <p:sp>
          <p:nvSpPr>
            <p:cNvPr id="201" name="Google Shape;201;p31"/>
            <p:cNvSpPr txBox="1"/>
            <p:nvPr/>
          </p:nvSpPr>
          <p:spPr>
            <a:xfrm rot="-2700000">
              <a:off x="6611041" y="1934054"/>
              <a:ext cx="2338968" cy="393293"/>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rgbClr val="FFFFFF"/>
                  </a:solidFill>
                  <a:latin typeface="Roboto"/>
                  <a:ea typeface="Roboto"/>
                  <a:cs typeface="Roboto"/>
                  <a:sym typeface="Roboto"/>
                </a:rPr>
                <a:t>R2 Score</a:t>
              </a:r>
              <a:endParaRPr b="1" sz="800">
                <a:solidFill>
                  <a:srgbClr val="FFFFFF"/>
                </a:solidFill>
                <a:latin typeface="Roboto"/>
                <a:ea typeface="Roboto"/>
                <a:cs typeface="Roboto"/>
                <a:sym typeface="Roboto"/>
              </a:endParaRPr>
            </a:p>
          </p:txBody>
        </p:sp>
        <p:sp>
          <p:nvSpPr>
            <p:cNvPr id="202" name="Google Shape;202;p31"/>
            <p:cNvSpPr txBox="1"/>
            <p:nvPr/>
          </p:nvSpPr>
          <p:spPr>
            <a:xfrm rot="-2700000">
              <a:off x="6769958" y="2550697"/>
              <a:ext cx="2203628" cy="5074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b="1" lang="en-GB" sz="1000">
                  <a:latin typeface="Roboto"/>
                  <a:ea typeface="Roboto"/>
                  <a:cs typeface="Roboto"/>
                  <a:sym typeface="Roboto"/>
                </a:rPr>
                <a:t>0.937132872230424</a:t>
              </a:r>
              <a:endParaRPr b="1" sz="1000">
                <a:latin typeface="Roboto"/>
                <a:ea typeface="Roboto"/>
                <a:cs typeface="Roboto"/>
                <a:sym typeface="Roboto"/>
              </a:endParaRPr>
            </a:p>
          </p:txBody>
        </p:sp>
      </p:grpSp>
      <p:sp>
        <p:nvSpPr>
          <p:cNvPr id="203" name="Google Shape;203;p31"/>
          <p:cNvSpPr txBox="1"/>
          <p:nvPr/>
        </p:nvSpPr>
        <p:spPr>
          <a:xfrm>
            <a:off x="328825" y="4371200"/>
            <a:ext cx="8235000" cy="446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3F3F3F"/>
              </a:buClr>
              <a:buSzPts val="1400"/>
              <a:buFont typeface="Libre Franklin"/>
              <a:buChar char="★"/>
            </a:pPr>
            <a:r>
              <a:rPr b="1" i="1" lang="en-GB">
                <a:solidFill>
                  <a:srgbClr val="3F3F3F"/>
                </a:solidFill>
                <a:latin typeface="Libre Franklin"/>
                <a:ea typeface="Libre Franklin"/>
                <a:cs typeface="Libre Franklin"/>
                <a:sym typeface="Libre Franklin"/>
              </a:rPr>
              <a:t>Includes the Evaluation metrics for Respective Regularization Techniques also.</a:t>
            </a:r>
            <a:endParaRPr b="1" i="1">
              <a:solidFill>
                <a:srgbClr val="3F3F3F"/>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822951" y="487124"/>
            <a:ext cx="6497700" cy="8160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rgbClr val="3F3F3F"/>
              </a:buClr>
              <a:buSzPct val="100000"/>
              <a:buFont typeface="Bookman Old Style"/>
              <a:buNone/>
            </a:pPr>
            <a:r>
              <a:rPr b="1" i="1" lang="en-GB"/>
              <a:t>Model Deployment as WebApp</a:t>
            </a:r>
            <a:endParaRPr b="1" i="1"/>
          </a:p>
        </p:txBody>
      </p:sp>
      <p:pic>
        <p:nvPicPr>
          <p:cNvPr id="209" name="Google Shape;209;p32"/>
          <p:cNvPicPr preferRelativeResize="0"/>
          <p:nvPr/>
        </p:nvPicPr>
        <p:blipFill>
          <a:blip r:embed="rId3">
            <a:alphaModFix/>
          </a:blip>
          <a:stretch>
            <a:fillRect/>
          </a:stretch>
        </p:blipFill>
        <p:spPr>
          <a:xfrm>
            <a:off x="1740775" y="1538850"/>
            <a:ext cx="5579874" cy="31435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822960" y="214952"/>
            <a:ext cx="7543800" cy="10881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b="1" i="1" lang="en-GB"/>
              <a:t>Group Member Contributions</a:t>
            </a:r>
            <a:endParaRPr b="1" i="1"/>
          </a:p>
        </p:txBody>
      </p:sp>
      <p:graphicFrame>
        <p:nvGraphicFramePr>
          <p:cNvPr id="215" name="Google Shape;215;p33"/>
          <p:cNvGraphicFramePr/>
          <p:nvPr/>
        </p:nvGraphicFramePr>
        <p:xfrm>
          <a:off x="952500" y="1751400"/>
          <a:ext cx="3000000" cy="3000000"/>
        </p:xfrm>
        <a:graphic>
          <a:graphicData uri="http://schemas.openxmlformats.org/drawingml/2006/table">
            <a:tbl>
              <a:tblPr>
                <a:noFill/>
                <a:tableStyleId>{E8819582-747F-4B63-BA95-66D749B39EA8}</a:tableStyleId>
              </a:tblPr>
              <a:tblGrid>
                <a:gridCol w="3619500"/>
                <a:gridCol w="3619500"/>
              </a:tblGrid>
              <a:tr h="381000">
                <a:tc>
                  <a:txBody>
                    <a:bodyPr/>
                    <a:lstStyle/>
                    <a:p>
                      <a:pPr indent="0" lvl="0" marL="0" rtl="0" algn="ctr">
                        <a:spcBef>
                          <a:spcPts val="0"/>
                        </a:spcBef>
                        <a:spcAft>
                          <a:spcPts val="0"/>
                        </a:spcAft>
                        <a:buNone/>
                      </a:pPr>
                      <a:r>
                        <a:rPr b="1" lang="en-GB" sz="1600">
                          <a:latin typeface="Bookman Old Style"/>
                          <a:ea typeface="Bookman Old Style"/>
                          <a:cs typeface="Bookman Old Style"/>
                          <a:sym typeface="Bookman Old Style"/>
                        </a:rPr>
                        <a:t>Name of the Group Member</a:t>
                      </a:r>
                      <a:endParaRPr b="1" sz="1600">
                        <a:latin typeface="Bookman Old Style"/>
                        <a:ea typeface="Bookman Old Style"/>
                        <a:cs typeface="Bookman Old Style"/>
                        <a:sym typeface="Bookman Old Style"/>
                      </a:endParaRPr>
                    </a:p>
                  </a:txBody>
                  <a:tcPr marT="91425" marB="91425" marR="91425" marL="91425"/>
                </a:tc>
                <a:tc>
                  <a:txBody>
                    <a:bodyPr/>
                    <a:lstStyle/>
                    <a:p>
                      <a:pPr indent="0" lvl="0" marL="0" rtl="0" algn="ctr">
                        <a:spcBef>
                          <a:spcPts val="0"/>
                        </a:spcBef>
                        <a:spcAft>
                          <a:spcPts val="0"/>
                        </a:spcAft>
                        <a:buNone/>
                      </a:pPr>
                      <a:r>
                        <a:rPr b="1" lang="en-GB" sz="1600">
                          <a:latin typeface="Bookman Old Style"/>
                          <a:ea typeface="Bookman Old Style"/>
                          <a:cs typeface="Bookman Old Style"/>
                          <a:sym typeface="Bookman Old Style"/>
                        </a:rPr>
                        <a:t>Task Description</a:t>
                      </a:r>
                      <a:endParaRPr b="1" sz="1600">
                        <a:latin typeface="Bookman Old Style"/>
                        <a:ea typeface="Bookman Old Style"/>
                        <a:cs typeface="Bookman Old Style"/>
                        <a:sym typeface="Bookman Old Style"/>
                      </a:endParaRPr>
                    </a:p>
                  </a:txBody>
                  <a:tcPr marT="91425" marB="91425" marR="91425" marL="91425"/>
                </a:tc>
              </a:tr>
              <a:tr h="381000">
                <a:tc>
                  <a:txBody>
                    <a:bodyPr/>
                    <a:lstStyle/>
                    <a:p>
                      <a:pPr indent="0" lvl="0" marL="0" rtl="0" algn="l">
                        <a:spcBef>
                          <a:spcPts val="0"/>
                        </a:spcBef>
                        <a:spcAft>
                          <a:spcPts val="0"/>
                        </a:spcAft>
                        <a:buNone/>
                      </a:pPr>
                      <a:r>
                        <a:rPr lang="en-GB">
                          <a:latin typeface="Spectral"/>
                          <a:ea typeface="Spectral"/>
                          <a:cs typeface="Spectral"/>
                          <a:sym typeface="Spectral"/>
                        </a:rPr>
                        <a:t>Lavanya Singh (400547269)</a:t>
                      </a:r>
                      <a:endParaRPr>
                        <a:latin typeface="Spectral"/>
                        <a:ea typeface="Spectral"/>
                        <a:cs typeface="Spectral"/>
                        <a:sym typeface="Spectral"/>
                      </a:endParaRPr>
                    </a:p>
                  </a:txBody>
                  <a:tcPr marT="91425" marB="91425" marR="91425" marL="91425" anchor="ctr"/>
                </a:tc>
                <a:tc>
                  <a:txBody>
                    <a:bodyPr/>
                    <a:lstStyle/>
                    <a:p>
                      <a:pPr indent="0" lvl="0" marL="0" rtl="0" algn="l">
                        <a:spcBef>
                          <a:spcPts val="0"/>
                        </a:spcBef>
                        <a:spcAft>
                          <a:spcPts val="0"/>
                        </a:spcAft>
                        <a:buNone/>
                      </a:pPr>
                      <a:r>
                        <a:rPr i="1" lang="en-GB">
                          <a:latin typeface="Spectral"/>
                          <a:ea typeface="Spectral"/>
                          <a:cs typeface="Spectral"/>
                          <a:sym typeface="Spectral"/>
                        </a:rPr>
                        <a:t>Data Collection / Dealing with Missing Values and Outliers</a:t>
                      </a:r>
                      <a:endParaRPr i="1">
                        <a:latin typeface="Spectral"/>
                        <a:ea typeface="Spectral"/>
                        <a:cs typeface="Spectral"/>
                        <a:sym typeface="Spectral"/>
                      </a:endParaRPr>
                    </a:p>
                  </a:txBody>
                  <a:tcPr marT="91425" marB="91425" marR="91425" marL="91425"/>
                </a:tc>
              </a:tr>
              <a:tr h="381000">
                <a:tc>
                  <a:txBody>
                    <a:bodyPr/>
                    <a:lstStyle/>
                    <a:p>
                      <a:pPr indent="0" lvl="0" marL="0" rtl="0" algn="l">
                        <a:spcBef>
                          <a:spcPts val="0"/>
                        </a:spcBef>
                        <a:spcAft>
                          <a:spcPts val="0"/>
                        </a:spcAft>
                        <a:buNone/>
                      </a:pPr>
                      <a:r>
                        <a:rPr lang="en-GB">
                          <a:latin typeface="Spectral"/>
                          <a:ea typeface="Spectral"/>
                          <a:cs typeface="Spectral"/>
                          <a:sym typeface="Spectral"/>
                        </a:rPr>
                        <a:t>Harikrishna Ramanathan Balakrishnan (40547177)</a:t>
                      </a:r>
                      <a:endParaRPr>
                        <a:latin typeface="Spectral"/>
                        <a:ea typeface="Spectral"/>
                        <a:cs typeface="Spectral"/>
                        <a:sym typeface="Spectral"/>
                      </a:endParaRPr>
                    </a:p>
                  </a:txBody>
                  <a:tcPr marT="91425" marB="91425" marR="91425" marL="91425" anchor="ctr"/>
                </a:tc>
                <a:tc>
                  <a:txBody>
                    <a:bodyPr/>
                    <a:lstStyle/>
                    <a:p>
                      <a:pPr indent="0" lvl="0" marL="0" rtl="0" algn="l">
                        <a:spcBef>
                          <a:spcPts val="0"/>
                        </a:spcBef>
                        <a:spcAft>
                          <a:spcPts val="0"/>
                        </a:spcAft>
                        <a:buNone/>
                      </a:pPr>
                      <a:r>
                        <a:rPr i="1" lang="en-GB">
                          <a:latin typeface="Spectral"/>
                          <a:ea typeface="Spectral"/>
                          <a:cs typeface="Spectral"/>
                          <a:sym typeface="Spectral"/>
                        </a:rPr>
                        <a:t>Dealing with Categorical Data / Web App Interface using StreamLit</a:t>
                      </a:r>
                      <a:endParaRPr i="1">
                        <a:latin typeface="Spectral"/>
                        <a:ea typeface="Spectral"/>
                        <a:cs typeface="Spectral"/>
                        <a:sym typeface="Spectral"/>
                      </a:endParaRPr>
                    </a:p>
                  </a:txBody>
                  <a:tcPr marT="91425" marB="91425" marR="91425" marL="91425"/>
                </a:tc>
              </a:tr>
              <a:tr h="381000">
                <a:tc>
                  <a:txBody>
                    <a:bodyPr/>
                    <a:lstStyle/>
                    <a:p>
                      <a:pPr indent="0" lvl="0" marL="0" rtl="0" algn="l">
                        <a:spcBef>
                          <a:spcPts val="0"/>
                        </a:spcBef>
                        <a:spcAft>
                          <a:spcPts val="0"/>
                        </a:spcAft>
                        <a:buNone/>
                      </a:pPr>
                      <a:r>
                        <a:rPr lang="en-GB">
                          <a:latin typeface="Spectral"/>
                          <a:ea typeface="Spectral"/>
                          <a:cs typeface="Spectral"/>
                          <a:sym typeface="Spectral"/>
                        </a:rPr>
                        <a:t>Suraj Ramesh (400547169)</a:t>
                      </a:r>
                      <a:endParaRPr>
                        <a:latin typeface="Spectral"/>
                        <a:ea typeface="Spectral"/>
                        <a:cs typeface="Spectral"/>
                        <a:sym typeface="Spectral"/>
                      </a:endParaRPr>
                    </a:p>
                  </a:txBody>
                  <a:tcPr marT="91425" marB="91425" marR="91425" marL="91425" anchor="ctr"/>
                </a:tc>
                <a:tc>
                  <a:txBody>
                    <a:bodyPr/>
                    <a:lstStyle/>
                    <a:p>
                      <a:pPr indent="0" lvl="0" marL="0" rtl="0" algn="l">
                        <a:spcBef>
                          <a:spcPts val="0"/>
                        </a:spcBef>
                        <a:spcAft>
                          <a:spcPts val="0"/>
                        </a:spcAft>
                        <a:buNone/>
                      </a:pPr>
                      <a:r>
                        <a:rPr i="1" lang="en-GB">
                          <a:latin typeface="Spectral"/>
                          <a:ea typeface="Spectral"/>
                          <a:cs typeface="Spectral"/>
                          <a:sym typeface="Spectral"/>
                        </a:rPr>
                        <a:t>Exploratory Data Analysis / </a:t>
                      </a:r>
                      <a:r>
                        <a:rPr i="1" lang="en-GB">
                          <a:solidFill>
                            <a:schemeClr val="dk1"/>
                          </a:solidFill>
                          <a:latin typeface="Spectral"/>
                          <a:ea typeface="Spectral"/>
                          <a:cs typeface="Spectral"/>
                          <a:sym typeface="Spectral"/>
                        </a:rPr>
                        <a:t>Web App Interface using StreamLit</a:t>
                      </a:r>
                      <a:endParaRPr i="1">
                        <a:latin typeface="Spectral"/>
                        <a:ea typeface="Spectral"/>
                        <a:cs typeface="Spectral"/>
                        <a:sym typeface="Spectral"/>
                      </a:endParaRPr>
                    </a:p>
                  </a:txBody>
                  <a:tcPr marT="91425" marB="91425" marR="91425" marL="91425"/>
                </a:tc>
              </a:tr>
              <a:tr h="381000">
                <a:tc>
                  <a:txBody>
                    <a:bodyPr/>
                    <a:lstStyle/>
                    <a:p>
                      <a:pPr indent="0" lvl="0" marL="0" rtl="0" algn="l">
                        <a:spcBef>
                          <a:spcPts val="0"/>
                        </a:spcBef>
                        <a:spcAft>
                          <a:spcPts val="0"/>
                        </a:spcAft>
                        <a:buNone/>
                      </a:pPr>
                      <a:r>
                        <a:rPr lang="en-GB">
                          <a:latin typeface="Spectral"/>
                          <a:ea typeface="Spectral"/>
                          <a:cs typeface="Spectral"/>
                          <a:sym typeface="Spectral"/>
                        </a:rPr>
                        <a:t>Vipin Chandran Muthirikkaparambil (400547437)</a:t>
                      </a:r>
                      <a:endParaRPr>
                        <a:latin typeface="Spectral"/>
                        <a:ea typeface="Spectral"/>
                        <a:cs typeface="Spectral"/>
                        <a:sym typeface="Spectral"/>
                      </a:endParaRPr>
                    </a:p>
                  </a:txBody>
                  <a:tcPr marT="91425" marB="91425" marR="91425" marL="91425" anchor="ctr"/>
                </a:tc>
                <a:tc>
                  <a:txBody>
                    <a:bodyPr/>
                    <a:lstStyle/>
                    <a:p>
                      <a:pPr indent="0" lvl="0" marL="0" rtl="0" algn="l">
                        <a:spcBef>
                          <a:spcPts val="0"/>
                        </a:spcBef>
                        <a:spcAft>
                          <a:spcPts val="0"/>
                        </a:spcAft>
                        <a:buNone/>
                      </a:pPr>
                      <a:r>
                        <a:rPr i="1" lang="en-GB">
                          <a:latin typeface="Spectral"/>
                          <a:ea typeface="Spectral"/>
                          <a:cs typeface="Spectral"/>
                          <a:sym typeface="Spectral"/>
                        </a:rPr>
                        <a:t>Model Construction &amp; Evaluation Metrics / Regularization Techniques</a:t>
                      </a:r>
                      <a:endParaRPr i="1">
                        <a:latin typeface="Spectral"/>
                        <a:ea typeface="Spectral"/>
                        <a:cs typeface="Spectral"/>
                        <a:sym typeface="Spectral"/>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34"/>
          <p:cNvPicPr preferRelativeResize="0"/>
          <p:nvPr/>
        </p:nvPicPr>
        <p:blipFill>
          <a:blip r:embed="rId3">
            <a:alphaModFix/>
          </a:blip>
          <a:stretch>
            <a:fillRect/>
          </a:stretch>
        </p:blipFill>
        <p:spPr>
          <a:xfrm>
            <a:off x="3079549" y="145550"/>
            <a:ext cx="2984901" cy="1107550"/>
          </a:xfrm>
          <a:prstGeom prst="rect">
            <a:avLst/>
          </a:prstGeom>
          <a:noFill/>
          <a:ln>
            <a:noFill/>
          </a:ln>
        </p:spPr>
      </p:pic>
      <p:sp>
        <p:nvSpPr>
          <p:cNvPr id="221" name="Google Shape;221;p34"/>
          <p:cNvSpPr txBox="1"/>
          <p:nvPr/>
        </p:nvSpPr>
        <p:spPr>
          <a:xfrm>
            <a:off x="408750" y="2087275"/>
            <a:ext cx="8326500" cy="1672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lang="en-GB" sz="6100">
                <a:solidFill>
                  <a:srgbClr val="3F3F3F"/>
                </a:solidFill>
                <a:latin typeface="Bookman Old Style"/>
                <a:ea typeface="Bookman Old Style"/>
                <a:cs typeface="Bookman Old Style"/>
                <a:sym typeface="Bookman Old Style"/>
              </a:rPr>
              <a:t>THANK YOU</a:t>
            </a:r>
            <a:endParaRPr sz="6100">
              <a:solidFill>
                <a:srgbClr val="3F3F3F"/>
              </a:solidFill>
              <a:latin typeface="Bookman Old Style"/>
              <a:ea typeface="Bookman Old Style"/>
              <a:cs typeface="Bookman Old Style"/>
              <a:sym typeface="Bookman Old Style"/>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